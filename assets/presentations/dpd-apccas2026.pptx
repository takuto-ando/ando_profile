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4"/>
  </p:sldMasterIdLst>
  <p:notesMasterIdLst>
    <p:notesMasterId r:id="rId6"/>
  </p:notesMasterIdLst>
  <p:sldIdLst>
    <p:sldId id="256" r:id="rId5"/>
  </p:sldIdLst>
  <p:sldSz cx="30275213" cy="42803763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A987"/>
    <a:srgbClr val="14532D"/>
    <a:srgbClr val="EAF3EB"/>
    <a:srgbClr val="F7BBA0"/>
    <a:srgbClr val="FBDDD0"/>
    <a:srgbClr val="9D90A0"/>
    <a:srgbClr val="000000"/>
    <a:srgbClr val="90CAF9"/>
    <a:srgbClr val="FBEADA"/>
    <a:srgbClr val="6CD6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スタイル (濃色)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419" autoAdjust="0"/>
  </p:normalViewPr>
  <p:slideViewPr>
    <p:cSldViewPr snapToGrid="0">
      <p:cViewPr>
        <p:scale>
          <a:sx n="33" d="100"/>
          <a:sy n="33" d="100"/>
        </p:scale>
        <p:origin x="3308" y="-928"/>
      </p:cViewPr>
      <p:guideLst/>
    </p:cSldViewPr>
  </p:slideViewPr>
  <p:notesTextViewPr>
    <p:cViewPr>
      <p:scale>
        <a:sx n="150" d="100"/>
        <a:sy n="150" d="100"/>
      </p:scale>
      <p:origin x="0" y="-172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End-to-end latency (ms)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81A987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AE4-449E-A5D2-4567A36A38AE}"/>
              </c:ext>
            </c:extLst>
          </c:dPt>
          <c:dPt>
            <c:idx val="1"/>
            <c:invertIfNegative val="1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BAE4-449E-A5D2-4567A36A38AE}"/>
              </c:ext>
            </c:extLst>
          </c:dPt>
          <c:dPt>
            <c:idx val="2"/>
            <c:invertIfNegative val="1"/>
            <c:bubble3D val="0"/>
            <c:spPr>
              <a:solidFill>
                <a:srgbClr val="74747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BAE4-449E-A5D2-4567A36A38AE}"/>
              </c:ext>
            </c:extLst>
          </c:dPt>
          <c:dPt>
            <c:idx val="3"/>
            <c:invertIfNegative val="1"/>
            <c:bubble3D val="0"/>
            <c:spPr>
              <a:solidFill>
                <a:srgbClr val="6C8C7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BAE4-449E-A5D2-4567A36A38AE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3100"/>
                      <a:t>20.201 ms</a:t>
                    </a:r>
                  </a:p>
                </c:rich>
              </c:tx>
              <c:spPr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BAE4-449E-A5D2-4567A36A38AE}"/>
                </c:ext>
              </c:extLst>
            </c:dLbl>
            <c:dLbl>
              <c:idx val="1"/>
              <c:layout>
                <c:manualLayout>
                  <c:x val="6.0476190476190475E-2"/>
                  <c:y val="7.792190215992959E-17"/>
                </c:manualLayout>
              </c:layout>
              <c:tx>
                <c:rich>
                  <a:bodyPr/>
                  <a:lstStyle/>
                  <a:p>
                    <a:r>
                      <a:rPr lang="en-US" sz="3100" dirty="0">
                        <a:solidFill>
                          <a:schemeClr val="tx1"/>
                        </a:solidFill>
                      </a:rPr>
                      <a:t>3.14 </a:t>
                    </a:r>
                    <a:r>
                      <a:rPr lang="en-US" sz="3100" dirty="0" err="1">
                        <a:solidFill>
                          <a:schemeClr val="tx1"/>
                        </a:solidFill>
                      </a:rPr>
                      <a:t>ms</a:t>
                    </a:r>
                    <a:endParaRPr lang="en-US" sz="3100" dirty="0">
                      <a:solidFill>
                        <a:schemeClr val="tx1"/>
                      </a:solidFill>
                    </a:endParaRPr>
                  </a:p>
                </c:rich>
              </c:tx>
              <c:spPr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AE4-449E-A5D2-4567A36A38A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3100"/>
                      <a:t>0.484 ms</a:t>
                    </a:r>
                  </a:p>
                </c:rich>
              </c:tx>
              <c:spPr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BAE4-449E-A5D2-4567A36A38AE}"/>
                </c:ext>
              </c:extLst>
            </c:dLbl>
            <c:dLbl>
              <c:idx val="3"/>
              <c:layout>
                <c:manualLayout>
                  <c:x val="1.1911976911976844E-2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sz="3100"/>
                      <a:t>4.478 ms</a:t>
                    </a:r>
                  </a:p>
                </c:rich>
              </c:tx>
              <c:spPr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BAE4-449E-A5D2-4567A36A38A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FPGA · measured</c:v>
                </c:pt>
                <c:pt idx="1">
                  <c:v>IMAX · projected</c:v>
                </c:pt>
                <c:pt idx="2">
                  <c:v>RTX 4090 · measured</c:v>
                </c:pt>
                <c:pt idx="3">
                  <c:v>Jetson · measured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20.201000000000001</c:v>
                </c:pt>
                <c:pt idx="1">
                  <c:v>3.14</c:v>
                </c:pt>
                <c:pt idx="2">
                  <c:v>0.48399999999999999</c:v>
                </c:pt>
                <c:pt idx="3">
                  <c:v>4.4779999999999998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AE4-449E-A5D2-4567A36A38A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3000">
                <a:latin typeface="Arial"/>
              </a:defRPr>
            </a:pPr>
            <a:endParaRPr lang="ja-JP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6"/>
          <c:min val="0"/>
        </c:scaling>
        <c:delete val="0"/>
        <c:axPos val="t"/>
        <c:majorGridlines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2800">
                <a:latin typeface="Arial"/>
              </a:defRPr>
            </a:pPr>
            <a:endParaRPr lang="ja-JP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25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Modeled energy ratio (IMAX = 1)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81A987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9722-422C-A33E-F6EAC55984B3}"/>
              </c:ext>
            </c:extLst>
          </c:dPt>
          <c:dPt>
            <c:idx val="1"/>
            <c:invertIfNegative val="1"/>
            <c:bubble3D val="0"/>
            <c:spPr>
              <a:solidFill>
                <a:srgbClr val="81A987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9722-422C-A33E-F6EAC55984B3}"/>
              </c:ext>
            </c:extLst>
          </c:dPt>
          <c:dPt>
            <c:idx val="2"/>
            <c:invertIfNegative val="1"/>
            <c:bubble3D val="0"/>
            <c:spPr>
              <a:solidFill>
                <a:srgbClr val="74747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9722-422C-A33E-F6EAC55984B3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ja-JP" sz="3100" dirty="0"/>
                      <a:t>1× (base)</a:t>
                    </a:r>
                  </a:p>
                </c:rich>
              </c:tx>
              <c:spPr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3226421356421356"/>
                      <c:h val="0.16427543507362785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9722-422C-A33E-F6EAC55984B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ja-JP" sz="3100" dirty="0">
                        <a:solidFill>
                          <a:schemeClr val="tx1"/>
                        </a:solidFill>
                      </a:rPr>
                      <a:t>169.1×</a:t>
                    </a:r>
                  </a:p>
                </c:rich>
              </c:tx>
              <c:spPr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9722-422C-A33E-F6EAC55984B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ja-JP" sz="3100"/>
                      <a:t>36.1×</a:t>
                    </a:r>
                  </a:p>
                </c:rich>
              </c:tx>
              <c:spPr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9722-422C-A33E-F6EAC55984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IMAX</c:v>
                </c:pt>
                <c:pt idx="1">
                  <c:v>RTX 4090</c:v>
                </c:pt>
                <c:pt idx="2">
                  <c:v>Jetson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169.1</c:v>
                </c:pt>
                <c:pt idx="2">
                  <c:v>36.1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722-422C-A33E-F6EAC55984B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3000">
                <a:latin typeface="Arial"/>
              </a:defRPr>
            </a:pPr>
            <a:endParaRPr lang="ja-JP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20"/>
          <c:min val="0"/>
        </c:scaling>
        <c:delete val="0"/>
        <c:axPos val="t"/>
        <c:majorGridlines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2800">
                <a:latin typeface="Arial"/>
              </a:defRPr>
            </a:pPr>
            <a:endParaRPr lang="ja-JP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2500"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58F22E-8466-497F-90B7-3BF860AB271C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CC398-D01D-40AB-A0EF-98799D1D4B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2318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330450" y="1279525"/>
            <a:ext cx="2444750" cy="34544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Source manuscript: </a:t>
            </a:r>
            <a:r>
              <a:rPr dirty="0" err="1"/>
              <a:t>cgla_research</a:t>
            </a:r>
            <a:r>
              <a:rPr dirty="0"/>
              <a:t>/papers/icecs_2026_dpd/</a:t>
            </a:r>
            <a:r>
              <a:rPr dirty="0" err="1"/>
              <a:t>main.tex</a:t>
            </a:r>
            <a:r>
              <a:rPr dirty="0"/>
              <a:t> and its included sections. Visual references: socc_poster.pptx and sasimi2025_poster.pptx in generated_20260728_takuto_style. A0 portrait, 84.1 × 118.9 cm, according to the supplied APCCAS poster instructions. Energy values follow the manuscript's phase-separated model, not the generic IMAX default. FPGA/RTX/Jetson latency measured, IMAX 28 nm projected; all energy numbers are modeled. Synthetic PA results are held-out waveform checks, not RF measurements. Editable text, tables, dataflow shapes and charts. Architecture is the manuscript image.</a:t>
            </a:r>
          </a:p>
          <a:p>
            <a:r>
              <a:rPr dirty="0"/>
              <a:t>Revised from the author-selected green poster. A0 portrait 84.1 × 118.9 cm; </a:t>
            </a:r>
            <a:r>
              <a:rPr dirty="0" err="1"/>
              <a:t>Epapers</a:t>
            </a:r>
            <a:r>
              <a:rPr dirty="0"/>
              <a:t> ID 2103. Mapping labels are grounded in </a:t>
            </a:r>
            <a:r>
              <a:rPr dirty="0" err="1"/>
              <a:t>cgla_research</a:t>
            </a:r>
            <a:r>
              <a:rPr dirty="0"/>
              <a:t>/papers/icecs_2026_dpd/</a:t>
            </a:r>
            <a:r>
              <a:rPr dirty="0" err="1"/>
              <a:t>proposed.tex</a:t>
            </a:r>
            <a:r>
              <a:rPr dirty="0"/>
              <a:t> and </a:t>
            </a:r>
            <a:r>
              <a:rPr dirty="0" err="1"/>
              <a:t>main_ja.tex</a:t>
            </a:r>
            <a:r>
              <a:rPr dirty="0"/>
              <a:t>, including the seed, two-PE term, local coefficients, packed pairs and final-store boundary. Measured/projected values and all chart/table data are preserved.</a:t>
            </a:r>
          </a:p>
          <a:p>
            <a:r>
              <a:rPr dirty="0"/>
              <a:t>Balanced layout 02_side_notes: original Fig. 2 is unchanged; green design, A0 and ID 2103 retained. All source table/chart values and non-mapping text retained.</a:t>
            </a:r>
          </a:p>
          <a:p>
            <a:r>
              <a:rPr dirty="0"/>
              <a:t>Readability revision of the author-selected 02_side_notes. Original Fig.2 remains 56 cm wide, unchanged. Body, table, axis and data-label fonts enlarged; text boxes and margins adjusted without changing claims, chart data or table values. A0 portrait; </a:t>
            </a:r>
            <a:r>
              <a:rPr dirty="0" err="1"/>
              <a:t>Epapers</a:t>
            </a:r>
            <a:r>
              <a:rPr dirty="0"/>
              <a:t> ID 2103; source preserved.</a:t>
            </a:r>
          </a:p>
          <a:p>
            <a:r>
              <a:rPr dirty="0"/>
              <a:t>Mapping side notes grouped into three quiet green cards. The packed-pair and term-count headings and basis formula have separate typographic emphasis. All original wording/data preserved.</a:t>
            </a:r>
          </a:p>
          <a:p>
            <a:r>
              <a:rPr dirty="0"/>
              <a:t>Footer references added from existing </a:t>
            </a:r>
            <a:r>
              <a:rPr dirty="0" err="1"/>
              <a:t>main.bbl</a:t>
            </a:r>
            <a:r>
              <a:rPr dirty="0"/>
              <a:t>: ding2004memory, morgan2006gmp, </a:t>
            </a:r>
            <a:r>
              <a:rPr dirty="0" err="1"/>
              <a:t>imax_access</a:t>
            </a:r>
            <a:r>
              <a:rPr dirty="0"/>
              <a:t>. No external/new citations added. Previous footer qualifier: Measured: FPGA / RTX 4090 / Jetson AGX Orin   |   Projected: IMAX 28 nm   |   *Model-based platform energy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1" indent="0" algn="ctr">
              <a:buNone/>
              <a:defRPr sz="2000"/>
            </a:lvl2pPr>
            <a:lvl3pPr marL="914423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D9700-9319-4900-804F-5EAFAED97C5C}" type="datetime1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96400" y="6356352"/>
            <a:ext cx="2743200" cy="365125"/>
          </a:xfrm>
        </p:spPr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4686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939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1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EE963-5E26-4C30-A1ED-34ECB0962E5B}" type="datetime1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1704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61C67-763D-4A9D-9D48-0703FDA9E543}" type="datetime1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343838" y="6451238"/>
            <a:ext cx="2743200" cy="365125"/>
          </a:xfrm>
        </p:spPr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スライド番号プレースホルダー 5">
            <a:extLst>
              <a:ext uri="{FF2B5EF4-FFF2-40B4-BE49-F238E27FC236}">
                <a16:creationId xmlns:a16="http://schemas.microsoft.com/office/drawing/2014/main" id="{C4234B47-1542-7B84-4890-65BBCCEC7A55}"/>
              </a:ext>
            </a:extLst>
          </p:cNvPr>
          <p:cNvSpPr txBox="1">
            <a:spLocks/>
          </p:cNvSpPr>
          <p:nvPr/>
        </p:nvSpPr>
        <p:spPr>
          <a:xfrm>
            <a:off x="9245600" y="114333"/>
            <a:ext cx="2743200" cy="365125"/>
          </a:xfrm>
          <a:prstGeom prst="rect">
            <a:avLst/>
          </a:prstGeom>
        </p:spPr>
        <p:txBody>
          <a:bodyPr vert="horz" lIns="91440" tIns="45721" rIns="91440" bIns="45721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2800" kern="1200">
                <a:solidFill>
                  <a:srgbClr val="F0F0F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9A83090-E4B9-4F20-AEC5-870F09DB81D2}" type="slidenum">
              <a:rPr lang="ja-JP" altLang="en-US" sz="2800" smtClean="0">
                <a:solidFill>
                  <a:schemeClr val="tx1"/>
                </a:solidFill>
                <a:latin typeface="Segoe UI"/>
              </a:rPr>
              <a:pPr/>
              <a:t>‹#›</a:t>
            </a:fld>
            <a:r>
              <a:rPr lang="en-US" altLang="ja-JP" sz="2800">
                <a:solidFill>
                  <a:schemeClr val="tx1"/>
                </a:solidFill>
                <a:latin typeface="Segoe UI"/>
              </a:rPr>
              <a:t>/23</a:t>
            </a:r>
            <a:endParaRPr lang="ja-JP" altLang="en-US" sz="2800">
              <a:solidFill>
                <a:schemeClr val="tx1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118965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7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3" indent="0">
              <a:buNone/>
              <a:defRPr sz="1801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3" indent="0">
              <a:buNone/>
              <a:defRPr sz="1801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B97DF-5A02-43ED-858F-6B5F27529703}" type="datetime1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1" name="スライド番号プレースホルダー 5">
            <a:extLst>
              <a:ext uri="{FF2B5EF4-FFF2-40B4-BE49-F238E27FC236}">
                <a16:creationId xmlns:a16="http://schemas.microsoft.com/office/drawing/2014/main" id="{41C19A6B-F674-36C5-6B64-EAFADC2ACD0A}"/>
              </a:ext>
            </a:extLst>
          </p:cNvPr>
          <p:cNvSpPr txBox="1">
            <a:spLocks/>
          </p:cNvSpPr>
          <p:nvPr/>
        </p:nvSpPr>
        <p:spPr>
          <a:xfrm>
            <a:off x="9245600" y="114333"/>
            <a:ext cx="2743200" cy="365125"/>
          </a:xfrm>
          <a:prstGeom prst="rect">
            <a:avLst/>
          </a:prstGeom>
        </p:spPr>
        <p:txBody>
          <a:bodyPr vert="horz" lIns="91440" tIns="45721" rIns="91440" bIns="45721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2800" kern="1200">
                <a:solidFill>
                  <a:srgbClr val="F0F0F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9A83090-E4B9-4F20-AEC5-870F09DB81D2}" type="slidenum">
              <a:rPr lang="ja-JP" altLang="en-US" sz="2800" smtClean="0">
                <a:solidFill>
                  <a:schemeClr val="tx1"/>
                </a:solidFill>
                <a:latin typeface="Segoe UI"/>
              </a:rPr>
              <a:pPr/>
              <a:t>‹#›</a:t>
            </a:fld>
            <a:endParaRPr lang="ja-JP" altLang="en-US" sz="2800">
              <a:solidFill>
                <a:schemeClr val="tx1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141388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53CCE-EE9D-4FB9-A5F2-2FC5E97D32AB}" type="datetime1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731798B-ED2A-B277-DEE4-162D60FC87D1}"/>
              </a:ext>
            </a:extLst>
          </p:cNvPr>
          <p:cNvSpPr txBox="1">
            <a:spLocks/>
          </p:cNvSpPr>
          <p:nvPr userDrawn="1"/>
        </p:nvSpPr>
        <p:spPr>
          <a:xfrm>
            <a:off x="9245600" y="114333"/>
            <a:ext cx="2743200" cy="365125"/>
          </a:xfrm>
          <a:prstGeom prst="rect">
            <a:avLst/>
          </a:prstGeom>
        </p:spPr>
        <p:txBody>
          <a:bodyPr vert="horz" lIns="91440" tIns="45721" rIns="91440" bIns="45721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2800" kern="1200">
                <a:solidFill>
                  <a:srgbClr val="F0F0F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9A83090-E4B9-4F20-AEC5-870F09DB81D2}" type="slidenum">
              <a:rPr lang="ja-JP" altLang="en-US" sz="2800" smtClean="0">
                <a:solidFill>
                  <a:schemeClr val="tx1"/>
                </a:solidFill>
                <a:latin typeface="+mn-lt"/>
              </a:rPr>
              <a:pPr/>
              <a:t>‹#›</a:t>
            </a:fld>
            <a:r>
              <a:rPr lang="en-US" altLang="ja-JP" sz="2800">
                <a:solidFill>
                  <a:schemeClr val="tx1"/>
                </a:solidFill>
                <a:latin typeface="+mn-lt"/>
              </a:rPr>
              <a:t>/25</a:t>
            </a:r>
            <a:endParaRPr lang="ja-JP" altLang="en-US" sz="2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20506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05B1D-AD64-423A-AA52-790F16E92DE2}" type="datetime1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5" name="スライド番号プレースホルダー 5">
            <a:extLst>
              <a:ext uri="{FF2B5EF4-FFF2-40B4-BE49-F238E27FC236}">
                <a16:creationId xmlns:a16="http://schemas.microsoft.com/office/drawing/2014/main" id="{108D0DBD-C074-0DCF-E607-53716D2BF0FA}"/>
              </a:ext>
            </a:extLst>
          </p:cNvPr>
          <p:cNvSpPr txBox="1">
            <a:spLocks/>
          </p:cNvSpPr>
          <p:nvPr userDrawn="1"/>
        </p:nvSpPr>
        <p:spPr>
          <a:xfrm>
            <a:off x="9245600" y="114333"/>
            <a:ext cx="2743200" cy="365125"/>
          </a:xfrm>
          <a:prstGeom prst="rect">
            <a:avLst/>
          </a:prstGeom>
        </p:spPr>
        <p:txBody>
          <a:bodyPr vert="horz" lIns="91440" tIns="45721" rIns="91440" bIns="45721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2800" kern="1200">
                <a:solidFill>
                  <a:srgbClr val="F0F0F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9A83090-E4B9-4F20-AEC5-870F09DB81D2}" type="slidenum">
              <a:rPr lang="ja-JP" altLang="en-US" sz="2800" smtClean="0">
                <a:solidFill>
                  <a:schemeClr val="tx1"/>
                </a:solidFill>
                <a:latin typeface="Segoe UI"/>
              </a:rPr>
              <a:pPr/>
              <a:t>‹#›</a:t>
            </a:fld>
            <a:endParaRPr lang="ja-JP" altLang="en-US" sz="2800">
              <a:solidFill>
                <a:schemeClr val="tx1"/>
              </a:solidFill>
              <a:latin typeface="Segoe UI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1ED397-5A4C-8ECA-4649-1E2C715DE018}"/>
              </a:ext>
            </a:extLst>
          </p:cNvPr>
          <p:cNvSpPr txBox="1">
            <a:spLocks/>
          </p:cNvSpPr>
          <p:nvPr userDrawn="1"/>
        </p:nvSpPr>
        <p:spPr>
          <a:xfrm>
            <a:off x="9398000" y="266733"/>
            <a:ext cx="2743200" cy="365125"/>
          </a:xfrm>
          <a:prstGeom prst="rect">
            <a:avLst/>
          </a:prstGeom>
        </p:spPr>
        <p:txBody>
          <a:bodyPr vert="horz" lIns="91440" tIns="45721" rIns="91440" bIns="45721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2800" kern="1200">
                <a:solidFill>
                  <a:srgbClr val="F0F0F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 sz="2800">
              <a:solidFill>
                <a:schemeClr val="tx1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991411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3" indent="0">
              <a:buNone/>
              <a:defRPr sz="1200"/>
            </a:lvl3pPr>
            <a:lvl4pPr marL="1371634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9" indent="0">
              <a:buNone/>
              <a:defRPr sz="1001"/>
            </a:lvl7pPr>
            <a:lvl8pPr marL="3200480" indent="0">
              <a:buNone/>
              <a:defRPr sz="1001"/>
            </a:lvl8pPr>
            <a:lvl9pPr marL="3657691" indent="0">
              <a:buNone/>
              <a:defRPr sz="100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FCF55-1185-48DB-A5C5-1145AC9B55EC}" type="datetime1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3142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11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3" indent="0">
              <a:buNone/>
              <a:defRPr sz="1200"/>
            </a:lvl3pPr>
            <a:lvl4pPr marL="1371634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9" indent="0">
              <a:buNone/>
              <a:defRPr sz="1001"/>
            </a:lvl7pPr>
            <a:lvl8pPr marL="3200480" indent="0">
              <a:buNone/>
              <a:defRPr sz="1001"/>
            </a:lvl8pPr>
            <a:lvl9pPr marL="3657691" indent="0">
              <a:buNone/>
              <a:defRPr sz="100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51A26-33D0-4742-BACC-59B9D7925D78}" type="datetime1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1619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3755E-3FA6-4B82-8649-4E849B546EB1}" type="datetime1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5189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8B340-301C-420C-ACC3-85F179D53662}" type="datetime1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2416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156AE-AACB-4E06-94BB-5074905F19C1}" type="datetime1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8575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23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1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3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55" y="-16493"/>
            <a:ext cx="30275999" cy="4530090"/>
          </a:xfrm>
          <a:prstGeom prst="rect">
            <a:avLst/>
          </a:prstGeom>
          <a:gradFill flip="none" rotWithShape="1">
            <a:gsLst>
              <a:gs pos="69000">
                <a:srgbClr val="14532D"/>
              </a:gs>
              <a:gs pos="99083">
                <a:srgbClr val="14532D">
                  <a:alpha val="83000"/>
                </a:srgbClr>
              </a:gs>
              <a:gs pos="90000">
                <a:srgbClr val="14532D">
                  <a:alpha val="85000"/>
                </a:srgbClr>
              </a:gs>
              <a:gs pos="82000">
                <a:srgbClr val="14532D">
                  <a:alpha val="93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9456" y="216496"/>
            <a:ext cx="25519422" cy="27823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800" b="1" dirty="0">
                <a:solidFill>
                  <a:srgbClr val="FFFFFF"/>
                </a:solidFill>
                <a:latin typeface="Arial"/>
              </a:rPr>
              <a:t>Energy-Oriented CGLA Mapping of a
Memory-Polynomial Digital Predistortion Kernel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3111" y="3146623"/>
            <a:ext cx="20592000" cy="7509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4400" b="1" dirty="0">
                <a:solidFill>
                  <a:srgbClr val="FFFFFF"/>
                </a:solidFill>
                <a:latin typeface="Arial"/>
              </a:rPr>
              <a:t>Takuto Ando and Yasuhiko Nakashima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3111" y="3824353"/>
            <a:ext cx="20700000" cy="1120761"/>
          </a:xfrm>
          <a:prstGeom prst="rect">
            <a:avLst/>
          </a:prstGeom>
          <a:noFill/>
        </p:spPr>
        <p:txBody>
          <a:bodyPr wrap="square" lIns="36576" tIns="28800" rIns="36576" bIns="28800" anchor="t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kumimoji="1" lang="en-US" altLang="ja-JP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Nara Institute of Science and Technology, 8916-5 Takayama-</a:t>
            </a:r>
            <a:r>
              <a:rPr kumimoji="1" lang="en-US" altLang="ja-JP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kumimoji="1" lang="en-US" altLang="ja-JP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1" lang="en-US" altLang="ja-JP" sz="3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Ikoma</a:t>
            </a:r>
            <a:r>
              <a:rPr kumimoji="1" lang="en-US" altLang="ja-JP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Nara 630-0192, Japan.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endParaRPr sz="32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94504" y="4796729"/>
            <a:ext cx="29412000" cy="8364615"/>
          </a:xfrm>
          <a:prstGeom prst="rect">
            <a:avLst/>
          </a:prstGeom>
          <a:solidFill>
            <a:srgbClr val="FFFFFF"/>
          </a:solidFill>
          <a:ln w="15240">
            <a:solidFill>
              <a:srgbClr val="286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432000" y="4797615"/>
            <a:ext cx="29412000" cy="963090"/>
          </a:xfrm>
          <a:prstGeom prst="rect">
            <a:avLst/>
          </a:prstGeom>
          <a:gradFill flip="none" rotWithShape="1">
            <a:gsLst>
              <a:gs pos="69000">
                <a:srgbClr val="14532D"/>
              </a:gs>
              <a:gs pos="99083">
                <a:srgbClr val="14532D">
                  <a:alpha val="83000"/>
                </a:srgbClr>
              </a:gs>
              <a:gs pos="90000">
                <a:srgbClr val="14532D">
                  <a:alpha val="85000"/>
                </a:srgbClr>
              </a:gs>
              <a:gs pos="82000">
                <a:srgbClr val="14532D">
                  <a:alpha val="93000"/>
                </a:srgbClr>
              </a:gs>
            </a:gsLst>
            <a:lin ang="0" scaled="1"/>
            <a:tileRect/>
          </a:gradFill>
          <a:ln w="15240">
            <a:solidFill>
              <a:srgbClr val="286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1200" y="4826151"/>
            <a:ext cx="28980000" cy="87391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5200" b="1" dirty="0">
                <a:solidFill>
                  <a:srgbClr val="FFFFFF"/>
                </a:solidFill>
                <a:latin typeface="Arial"/>
              </a:rPr>
              <a:t>Background &amp; 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6000" y="5914085"/>
            <a:ext cx="12527999" cy="642060"/>
          </a:xfrm>
          <a:prstGeom prst="rect">
            <a:avLst/>
          </a:prstGeom>
          <a:noFill/>
        </p:spPr>
        <p:txBody>
          <a:bodyPr wrap="square" lIns="36576" tIns="28800" rIns="36576" bIns="288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4200" b="1" dirty="0">
                <a:solidFill>
                  <a:srgbClr val="14532D"/>
                </a:solidFill>
                <a:latin typeface="Arial"/>
              </a:rPr>
              <a:t>Digital Predistortion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3415" y="6620516"/>
            <a:ext cx="17079002" cy="2287362"/>
          </a:xfrm>
          <a:prstGeom prst="rect">
            <a:avLst/>
          </a:prstGeom>
          <a:noFill/>
        </p:spPr>
        <p:txBody>
          <a:bodyPr wrap="square" lIns="18000" tIns="28800" rIns="18000" bIns="28800" anchor="t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3600">
                <a:solidFill>
                  <a:srgbClr val="121212"/>
                </a:solidFill>
                <a:latin typeface="Arial"/>
              </a:defRPr>
            </a:pPr>
            <a:r>
              <a:rPr lang="ja-JP" altLang="en-US" sz="4000" dirty="0">
                <a:solidFill>
                  <a:srgbClr val="243E2F"/>
                </a:solidFill>
              </a:rPr>
              <a:t>・</a:t>
            </a:r>
            <a:r>
              <a:rPr lang="en-US" sz="4000" dirty="0">
                <a:solidFill>
                  <a:srgbClr val="243E2F"/>
                </a:solidFill>
              </a:rPr>
              <a:t>RF power amplifiers (PAs) introduce </a:t>
            </a:r>
            <a:r>
              <a:rPr lang="en-US" sz="4400" dirty="0">
                <a:solidFill>
                  <a:schemeClr val="accent2"/>
                </a:solidFill>
              </a:rPr>
              <a:t>nonlinear distortion</a:t>
            </a:r>
            <a:r>
              <a:rPr lang="en-US" sz="4000" dirty="0">
                <a:solidFill>
                  <a:srgbClr val="243E2F"/>
                </a:solidFill>
              </a:rPr>
              <a:t>.</a:t>
            </a:r>
            <a:r>
              <a:rPr lang="ja-JP" altLang="en-US" sz="4000" dirty="0">
                <a:solidFill>
                  <a:srgbClr val="243E2F"/>
                </a:solidFill>
              </a:rPr>
              <a:t> </a:t>
            </a:r>
            <a:endParaRPr lang="en-US" sz="4000" dirty="0">
              <a:solidFill>
                <a:srgbClr val="243E2F"/>
              </a:solidFill>
            </a:endParaRPr>
          </a:p>
          <a:p>
            <a:pPr>
              <a:lnSpc>
                <a:spcPct val="108000"/>
              </a:lnSpc>
              <a:spcAft>
                <a:spcPts val="300"/>
              </a:spcAft>
              <a:defRPr sz="3600">
                <a:solidFill>
                  <a:srgbClr val="121212"/>
                </a:solidFill>
                <a:latin typeface="Arial"/>
              </a:defRPr>
            </a:pPr>
            <a:r>
              <a:rPr lang="ja-JP" altLang="en-US" sz="4000" dirty="0">
                <a:solidFill>
                  <a:srgbClr val="243E2F"/>
                </a:solidFill>
              </a:rPr>
              <a:t>・</a:t>
            </a:r>
            <a:r>
              <a:rPr lang="en-US" sz="4400" dirty="0">
                <a:solidFill>
                  <a:schemeClr val="accent2"/>
                </a:solidFill>
              </a:rPr>
              <a:t>Digital Predistortion (DPD) </a:t>
            </a:r>
            <a:r>
              <a:rPr lang="en-US" sz="4000" dirty="0">
                <a:solidFill>
                  <a:srgbClr val="243E2F"/>
                </a:solidFill>
              </a:rPr>
              <a:t>compensates for this distortion.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3600">
                <a:solidFill>
                  <a:srgbClr val="121212"/>
                </a:solidFill>
                <a:latin typeface="Arial"/>
              </a:defRPr>
            </a:pPr>
            <a:r>
              <a:rPr lang="ja-JP" altLang="en-US" sz="4000" dirty="0">
                <a:solidFill>
                  <a:srgbClr val="243E2F"/>
                </a:solidFill>
              </a:rPr>
              <a:t>・</a:t>
            </a:r>
            <a:r>
              <a:rPr lang="en-US" sz="4000" dirty="0">
                <a:solidFill>
                  <a:srgbClr val="243E2F"/>
                </a:solidFill>
              </a:rPr>
              <a:t>Memory-polynomial DPD requires </a:t>
            </a:r>
            <a:r>
              <a:rPr lang="en-US" sz="4000" u="sng" dirty="0">
                <a:solidFill>
                  <a:srgbClr val="243E2F"/>
                </a:solidFill>
              </a:rPr>
              <a:t>repeated complex arithmetic [1, 2]</a:t>
            </a:r>
            <a:r>
              <a:rPr lang="en-US" sz="3600" dirty="0">
                <a:solidFill>
                  <a:srgbClr val="243E2F"/>
                </a:solidFill>
              </a:rPr>
              <a:t>.</a:t>
            </a:r>
            <a:endParaRPr lang="en-US" sz="4000" dirty="0">
              <a:solidFill>
                <a:srgbClr val="243E2F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77515" y="9070764"/>
            <a:ext cx="16039506" cy="2994140"/>
          </a:xfrm>
          <a:prstGeom prst="rect">
            <a:avLst/>
          </a:prstGeom>
          <a:solidFill>
            <a:srgbClr val="EA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758910" y="9171341"/>
            <a:ext cx="16137039" cy="1535490"/>
          </a:xfrm>
          <a:prstGeom prst="rect">
            <a:avLst/>
          </a:prstGeom>
          <a:noFill/>
        </p:spPr>
        <p:txBody>
          <a:bodyPr wrap="square" lIns="36576" tIns="28800" rIns="36576" bIns="28800" anchor="ctr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US" altLang="ja-JP" sz="4800" b="1" dirty="0">
                <a:solidFill>
                  <a:srgbClr val="14532D"/>
                </a:solidFill>
                <a:latin typeface="Arial"/>
              </a:rPr>
              <a:t>Objective: Can a 15-term complex-MAC reduction be mapped onto CGLA's one-dimensional PE pipeline?</a:t>
            </a:r>
            <a:endParaRPr sz="4800" b="1" dirty="0">
              <a:solidFill>
                <a:srgbClr val="14532D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18910" y="10772226"/>
            <a:ext cx="14873689" cy="1248809"/>
          </a:xfrm>
          <a:prstGeom prst="rect">
            <a:avLst/>
          </a:prstGeom>
          <a:noFill/>
        </p:spPr>
        <p:txBody>
          <a:bodyPr wrap="square" lIns="36576" tIns="28800" rIns="36576" bIns="288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en-US" sz="3600" b="0" dirty="0">
                <a:solidFill>
                  <a:srgbClr val="243E2F"/>
                </a:solidFill>
                <a:latin typeface="Arial"/>
              </a:rPr>
              <a:t>Map a 15-term DPD kernel onto the CGLA accelerator IMAX.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lang="en-US" sz="3600" b="0" dirty="0">
                <a:solidFill>
                  <a:srgbClr val="243E2F"/>
                </a:solidFill>
                <a:latin typeface="Arial"/>
              </a:rPr>
              <a:t>Evaluate its performance and energy efficiency.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755802" y="5910954"/>
            <a:ext cx="15084000" cy="642060"/>
          </a:xfrm>
          <a:prstGeom prst="rect">
            <a:avLst/>
          </a:prstGeom>
          <a:noFill/>
        </p:spPr>
        <p:txBody>
          <a:bodyPr wrap="square" lIns="36576" tIns="28800" rIns="36576" bIns="288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4200" b="1" dirty="0">
                <a:solidFill>
                  <a:srgbClr val="14532D"/>
                </a:solidFill>
                <a:latin typeface="Arial"/>
              </a:rPr>
              <a:t>CGLA Accelerator IMAX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25552" y="12108245"/>
            <a:ext cx="11926686" cy="992842"/>
          </a:xfrm>
          <a:prstGeom prst="rect">
            <a:avLst/>
          </a:prstGeom>
          <a:noFill/>
        </p:spPr>
        <p:txBody>
          <a:bodyPr wrap="square" lIns="36576" tIns="28800" rIns="36576" bIns="28800" anchor="t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2800" b="1" dirty="0">
                <a:solidFill>
                  <a:srgbClr val="14532D"/>
                </a:solidFill>
                <a:latin typeface="Arial"/>
              </a:rPr>
              <a:t>CPU-Grounded Linear Array (CGLA)</a:t>
            </a:r>
            <a:r>
              <a:rPr lang="en-US" sz="2800" b="1" dirty="0">
                <a:solidFill>
                  <a:srgbClr val="14532D"/>
                </a:solidFill>
                <a:latin typeface="Arial"/>
              </a:rPr>
              <a:t> [3]</a:t>
            </a:r>
            <a:r>
              <a:rPr sz="2800" b="1" dirty="0">
                <a:solidFill>
                  <a:srgbClr val="14532D"/>
                </a:solidFill>
                <a:latin typeface="Arial"/>
              </a:rPr>
              <a:t>
Programmable ASIC architecture</a:t>
            </a:r>
            <a:r>
              <a:rPr lang="en-US" sz="2800" b="1" dirty="0">
                <a:solidFill>
                  <a:srgbClr val="14532D"/>
                </a:solidFill>
                <a:latin typeface="Arial"/>
              </a:rPr>
              <a:t> + VPK180 SoC (ARM CPU + FPGA)</a:t>
            </a:r>
            <a:endParaRPr sz="2800" b="1" dirty="0">
              <a:solidFill>
                <a:srgbClr val="14532D"/>
              </a:solidFill>
              <a:latin typeface="Arial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80102" y="13421683"/>
            <a:ext cx="29426402" cy="24555930"/>
          </a:xfrm>
          <a:prstGeom prst="rect">
            <a:avLst/>
          </a:prstGeom>
          <a:solidFill>
            <a:srgbClr val="FFFFFF"/>
          </a:solidFill>
          <a:ln w="15240">
            <a:solidFill>
              <a:srgbClr val="286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sp>
        <p:nvSpPr>
          <p:cNvPr id="23" name="Rectangle 22"/>
          <p:cNvSpPr/>
          <p:nvPr/>
        </p:nvSpPr>
        <p:spPr>
          <a:xfrm>
            <a:off x="480102" y="13413600"/>
            <a:ext cx="29412000" cy="964800"/>
          </a:xfrm>
          <a:prstGeom prst="rect">
            <a:avLst/>
          </a:prstGeom>
          <a:gradFill flip="none" rotWithShape="1">
            <a:gsLst>
              <a:gs pos="69000">
                <a:srgbClr val="14532D"/>
              </a:gs>
              <a:gs pos="99083">
                <a:srgbClr val="14532D">
                  <a:alpha val="83000"/>
                </a:srgbClr>
              </a:gs>
              <a:gs pos="90000">
                <a:srgbClr val="14532D">
                  <a:alpha val="85000"/>
                </a:srgbClr>
              </a:gs>
              <a:gs pos="82000">
                <a:srgbClr val="14532D">
                  <a:alpha val="93000"/>
                </a:srgbClr>
              </a:gs>
            </a:gsLst>
            <a:lin ang="0" scaled="1"/>
            <a:tileRect/>
          </a:gradFill>
          <a:ln w="15240">
            <a:solidFill>
              <a:srgbClr val="286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5800" y="13442399"/>
            <a:ext cx="28820964" cy="8748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5200" b="1" dirty="0">
                <a:solidFill>
                  <a:srgbClr val="FFFFFF"/>
                </a:solidFill>
                <a:latin typeface="Arial"/>
              </a:rPr>
              <a:t>Methods &amp; Results</a:t>
            </a:r>
          </a:p>
        </p:txBody>
      </p:sp>
      <p:sp>
        <p:nvSpPr>
          <p:cNvPr id="25" name="Rectangle 24"/>
          <p:cNvSpPr/>
          <p:nvPr/>
        </p:nvSpPr>
        <p:spPr>
          <a:xfrm flipH="1">
            <a:off x="14989601" y="25095200"/>
            <a:ext cx="45719" cy="12755412"/>
          </a:xfrm>
          <a:prstGeom prst="rect">
            <a:avLst/>
          </a:prstGeom>
          <a:solidFill>
            <a:srgbClr val="286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9999" y="14529600"/>
            <a:ext cx="28951201" cy="704493"/>
          </a:xfrm>
          <a:prstGeom prst="rect">
            <a:avLst/>
          </a:prstGeom>
          <a:noFill/>
        </p:spPr>
        <p:txBody>
          <a:bodyPr wrap="square" lIns="36576" tIns="28800" rIns="36576" bIns="288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200" b="1" dirty="0">
                <a:solidFill>
                  <a:srgbClr val="14532D"/>
                </a:solidFill>
                <a:latin typeface="Arial"/>
              </a:rPr>
              <a:t>DPD Mapping</a:t>
            </a:r>
            <a:r>
              <a:rPr lang="en-US" sz="4200" b="1" dirty="0">
                <a:solidFill>
                  <a:srgbClr val="14532D"/>
                </a:solidFill>
                <a:latin typeface="Arial"/>
              </a:rPr>
              <a:t> on CGLA </a:t>
            </a:r>
            <a:r>
              <a:rPr lang="en-US" sz="3600" b="1" dirty="0">
                <a:solidFill>
                  <a:srgbClr val="14532D"/>
                </a:solidFill>
                <a:latin typeface="Arial"/>
              </a:rPr>
              <a:t>(like building an FPGA-style computation pipeline using programmable PE. )</a:t>
            </a:r>
            <a:endParaRPr sz="4200" b="1" dirty="0">
              <a:solidFill>
                <a:srgbClr val="14532D"/>
              </a:solidFill>
              <a:latin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42833" y="34829830"/>
            <a:ext cx="13932000" cy="1248809"/>
          </a:xfrm>
          <a:prstGeom prst="rect">
            <a:avLst/>
          </a:prstGeom>
          <a:noFill/>
        </p:spPr>
        <p:txBody>
          <a:bodyPr wrap="square" lIns="18000" tIns="28800" rIns="18000" bIns="2880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3200">
                <a:solidFill>
                  <a:srgbClr val="121212"/>
                </a:solidFill>
                <a:latin typeface="Arial"/>
              </a:defRPr>
            </a:pPr>
            <a:r>
              <a:rPr sz="3600" dirty="0">
                <a:solidFill>
                  <a:srgbClr val="243E2F"/>
                </a:solidFill>
              </a:rPr>
              <a:t>• Synthetic check validates the 15-term correction form.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3200">
                <a:solidFill>
                  <a:srgbClr val="121212"/>
                </a:solidFill>
                <a:latin typeface="Arial"/>
              </a:defRPr>
            </a:pPr>
            <a:r>
              <a:rPr sz="3600" dirty="0">
                <a:solidFill>
                  <a:srgbClr val="243E2F"/>
                </a:solidFill>
              </a:rPr>
              <a:t>• Real PA and coefficient adaptation remain outside scope.</a:t>
            </a:r>
            <a:r>
              <a:rPr lang="en-US" sz="3600" dirty="0">
                <a:solidFill>
                  <a:srgbClr val="243E2F"/>
                </a:solidFill>
              </a:rPr>
              <a:t> </a:t>
            </a:r>
            <a:endParaRPr sz="3600" dirty="0">
              <a:solidFill>
                <a:srgbClr val="243E2F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25401" y="36376281"/>
            <a:ext cx="13932000" cy="1248809"/>
          </a:xfrm>
          <a:prstGeom prst="rect">
            <a:avLst/>
          </a:prstGeom>
          <a:solidFill>
            <a:srgbClr val="EA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407240" y="36460737"/>
            <a:ext cx="12666383" cy="1114414"/>
          </a:xfrm>
          <a:prstGeom prst="rect">
            <a:avLst/>
          </a:prstGeom>
          <a:noFill/>
        </p:spPr>
        <p:txBody>
          <a:bodyPr wrap="square" lIns="36576" tIns="28800" rIns="36576" bIns="28800" anchor="ctr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3300" b="1" dirty="0">
                <a:solidFill>
                  <a:srgbClr val="14532D"/>
                </a:solidFill>
                <a:latin typeface="Arial"/>
              </a:rPr>
              <a:t>FPGA kernel-only latency </a:t>
            </a:r>
            <a:r>
              <a:rPr sz="3300" b="1" dirty="0">
                <a:solidFill>
                  <a:schemeClr val="accent2"/>
                </a:solidFill>
                <a:latin typeface="Arial"/>
              </a:rPr>
              <a:t>1.948 </a:t>
            </a:r>
            <a:r>
              <a:rPr sz="3300" b="1" dirty="0" err="1">
                <a:solidFill>
                  <a:schemeClr val="accent2"/>
                </a:solidFill>
                <a:latin typeface="Arial"/>
              </a:rPr>
              <a:t>ms</a:t>
            </a:r>
            <a:r>
              <a:rPr lang="en-US" sz="3300" b="1" dirty="0">
                <a:solidFill>
                  <a:srgbClr val="14532D"/>
                </a:solidFill>
                <a:latin typeface="Arial"/>
              </a:rPr>
              <a:t> </a:t>
            </a:r>
            <a:r>
              <a:rPr sz="3300" b="1" dirty="0">
                <a:solidFill>
                  <a:srgbClr val="14532D"/>
                </a:solidFill>
                <a:latin typeface="Arial"/>
              </a:rPr>
              <a:t>28 nm projection </a:t>
            </a:r>
            <a:r>
              <a:rPr sz="3300" b="1" dirty="0">
                <a:solidFill>
                  <a:schemeClr val="accent2"/>
                </a:solidFill>
                <a:latin typeface="Arial"/>
              </a:rPr>
              <a:t>0.336 </a:t>
            </a:r>
            <a:r>
              <a:rPr sz="3300" b="1" dirty="0" err="1">
                <a:solidFill>
                  <a:schemeClr val="accent2"/>
                </a:solidFill>
                <a:latin typeface="Arial"/>
              </a:rPr>
              <a:t>ms</a:t>
            </a:r>
            <a:endParaRPr lang="en-US" sz="3300" b="1" dirty="0">
              <a:solidFill>
                <a:srgbClr val="14532D"/>
              </a:solidFill>
              <a:latin typeface="Arial"/>
            </a:endParaRP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3300" b="1" dirty="0">
                <a:solidFill>
                  <a:srgbClr val="14532D"/>
                </a:solidFill>
                <a:latin typeface="Arial"/>
              </a:rPr>
              <a:t>Host preparation remains outside the mapped reduction.</a:t>
            </a:r>
            <a:endParaRPr lang="en-US" sz="3300" b="1" dirty="0">
              <a:solidFill>
                <a:srgbClr val="14532D"/>
              </a:solidFill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763344" y="30016481"/>
            <a:ext cx="6713733" cy="704301"/>
          </a:xfrm>
          <a:prstGeom prst="rect">
            <a:avLst/>
          </a:prstGeom>
          <a:noFill/>
        </p:spPr>
        <p:txBody>
          <a:bodyPr wrap="square" lIns="36576" tIns="28800" rIns="36576" bIns="288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4200" b="1" u="sng" dirty="0">
                <a:solidFill>
                  <a:srgbClr val="14532D"/>
                </a:solidFill>
                <a:latin typeface="Arial"/>
              </a:rPr>
              <a:t>Experimental Setup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655840"/>
              </p:ext>
            </p:extLst>
          </p:nvPr>
        </p:nvGraphicFramePr>
        <p:xfrm>
          <a:off x="833880" y="30958668"/>
          <a:ext cx="13726185" cy="361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27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98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573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3200" b="1" dirty="0">
                          <a:solidFill>
                            <a:srgbClr val="121212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43200" marR="43200" marT="32400" marB="32400" anchor="ctr">
                    <a:solidFill>
                      <a:srgbClr val="EAF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3200" b="1" dirty="0">
                          <a:solidFill>
                            <a:srgbClr val="121212"/>
                          </a:solidFill>
                          <a:latin typeface="Arial"/>
                        </a:rPr>
                        <a:t>Setting</a:t>
                      </a:r>
                    </a:p>
                  </a:txBody>
                  <a:tcPr marL="43200" marR="43200" marT="32400" marB="32400" anchor="ctr">
                    <a:solidFill>
                      <a:srgbClr val="EA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81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3600" b="1">
                          <a:solidFill>
                            <a:srgbClr val="121212"/>
                          </a:solidFill>
                          <a:latin typeface="Arial"/>
                        </a:rPr>
                        <a:t>Workload</a:t>
                      </a:r>
                    </a:p>
                  </a:txBody>
                  <a:tcPr marL="43200" marR="43200" marT="32400" marB="32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3600" b="0" dirty="0">
                          <a:solidFill>
                            <a:srgbClr val="121212"/>
                          </a:solidFill>
                          <a:latin typeface="Arial"/>
                        </a:rPr>
                        <a:t>32 × 2048 complex samples</a:t>
                      </a:r>
                    </a:p>
                  </a:txBody>
                  <a:tcPr marL="43200" marR="43200" marT="32400" marB="32400"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81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3600" b="1" dirty="0">
                          <a:solidFill>
                            <a:srgbClr val="121212"/>
                          </a:solidFill>
                          <a:latin typeface="Arial"/>
                        </a:rPr>
                        <a:t>Representative tile</a:t>
                      </a:r>
                    </a:p>
                  </a:txBody>
                  <a:tcPr marL="43200" marR="43200" marT="32400" marB="32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3600" b="0" dirty="0">
                          <a:solidFill>
                            <a:srgbClr val="121212"/>
                          </a:solidFill>
                          <a:latin typeface="Arial"/>
                        </a:rPr>
                        <a:t>1024 samples</a:t>
                      </a:r>
                    </a:p>
                  </a:txBody>
                  <a:tcPr marL="43200" marR="43200" marT="32400" marB="32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81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3600" b="1" dirty="0">
                          <a:solidFill>
                            <a:srgbClr val="121212"/>
                          </a:solidFill>
                          <a:latin typeface="Arial"/>
                        </a:rPr>
                        <a:t>FPGA</a:t>
                      </a:r>
                    </a:p>
                  </a:txBody>
                  <a:tcPr marL="43200" marR="43200" marT="32400" marB="32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3600" b="0" dirty="0">
                          <a:solidFill>
                            <a:srgbClr val="121212"/>
                          </a:solidFill>
                          <a:latin typeface="Arial"/>
                        </a:rPr>
                        <a:t>145 MHz, 64 PEs, 512 KB LMM</a:t>
                      </a:r>
                    </a:p>
                  </a:txBody>
                  <a:tcPr marL="43200" marR="43200" marT="32400" marB="32400"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81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3600" b="1">
                          <a:solidFill>
                            <a:srgbClr val="121212"/>
                          </a:solidFill>
                          <a:latin typeface="Arial"/>
                        </a:rPr>
                        <a:t>DPD form</a:t>
                      </a:r>
                    </a:p>
                  </a:txBody>
                  <a:tcPr marL="43200" marR="43200" marT="32400" marB="32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3600" b="0" dirty="0">
                          <a:solidFill>
                            <a:srgbClr val="121212"/>
                          </a:solidFill>
                          <a:latin typeface="Arial"/>
                        </a:rPr>
                        <a:t>(P, M) = (5, 5), 15 odd-order terms</a:t>
                      </a:r>
                    </a:p>
                  </a:txBody>
                  <a:tcPr marL="43200" marR="43200" marT="32400" marB="32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381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3600" b="1" dirty="0">
                          <a:solidFill>
                            <a:srgbClr val="121212"/>
                          </a:solidFill>
                          <a:latin typeface="Arial"/>
                        </a:rPr>
                        <a:t>Coefficient set</a:t>
                      </a:r>
                    </a:p>
                  </a:txBody>
                  <a:tcPr marL="43200" marR="43200" marT="32400" marB="32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3600" b="0" dirty="0">
                          <a:solidFill>
                            <a:srgbClr val="121212"/>
                          </a:solidFill>
                          <a:latin typeface="Arial"/>
                        </a:rPr>
                        <a:t>120 B</a:t>
                      </a:r>
                    </a:p>
                  </a:txBody>
                  <a:tcPr marL="43200" marR="43200" marT="32400" marB="32400"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15137606" y="24633183"/>
            <a:ext cx="5553591" cy="704301"/>
          </a:xfrm>
          <a:prstGeom prst="rect">
            <a:avLst/>
          </a:prstGeom>
          <a:noFill/>
        </p:spPr>
        <p:txBody>
          <a:bodyPr wrap="square" lIns="36576" tIns="28800" rIns="36576" bIns="288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4200" b="1" u="sng" dirty="0">
                <a:solidFill>
                  <a:srgbClr val="14532D"/>
                </a:solidFill>
                <a:latin typeface="Arial"/>
              </a:rPr>
              <a:t>Platform Results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018865"/>
              </p:ext>
            </p:extLst>
          </p:nvPr>
        </p:nvGraphicFramePr>
        <p:xfrm>
          <a:off x="15529520" y="33218949"/>
          <a:ext cx="13859998" cy="3351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1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31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399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3100" b="1" dirty="0">
                          <a:solidFill>
                            <a:srgbClr val="121212"/>
                          </a:solidFill>
                          <a:latin typeface="Arial"/>
                        </a:rPr>
                        <a:t>Platform</a:t>
                      </a:r>
                    </a:p>
                  </a:txBody>
                  <a:tcPr marL="43200" marR="43200" marT="32400" marB="32400" anchor="ctr">
                    <a:solidFill>
                      <a:srgbClr val="EAF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3100" b="1" dirty="0">
                          <a:solidFill>
                            <a:srgbClr val="121212"/>
                          </a:solidFill>
                          <a:latin typeface="Arial"/>
                        </a:rPr>
                        <a:t>Latency type</a:t>
                      </a:r>
                    </a:p>
                  </a:txBody>
                  <a:tcPr marL="43200" marR="43200" marT="32400" marB="32400" anchor="ctr">
                    <a:solidFill>
                      <a:srgbClr val="EAF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3100" b="1" dirty="0">
                          <a:solidFill>
                            <a:srgbClr val="121212"/>
                          </a:solidFill>
                          <a:latin typeface="Arial"/>
                        </a:rPr>
                        <a:t>E2E latency</a:t>
                      </a:r>
                    </a:p>
                  </a:txBody>
                  <a:tcPr marL="43200" marR="43200" marT="32400" marB="32400" anchor="ctr">
                    <a:solidFill>
                      <a:srgbClr val="EAF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3100" b="1" dirty="0">
                          <a:solidFill>
                            <a:srgbClr val="121212"/>
                          </a:solidFill>
                          <a:latin typeface="Arial"/>
                        </a:rPr>
                        <a:t>Energy / batch</a:t>
                      </a:r>
                    </a:p>
                  </a:txBody>
                  <a:tcPr marL="43200" marR="43200" marT="32400" marB="32400" anchor="ctr">
                    <a:solidFill>
                      <a:srgbClr val="EA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99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3200" b="1" dirty="0">
                          <a:solidFill>
                            <a:srgbClr val="121212"/>
                          </a:solidFill>
                          <a:latin typeface="Arial"/>
                        </a:rPr>
                        <a:t>RTX 4090</a:t>
                      </a:r>
                    </a:p>
                  </a:txBody>
                  <a:tcPr marL="43200" marR="43200" marT="32400" marB="32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3200" b="0">
                          <a:solidFill>
                            <a:srgbClr val="121212"/>
                          </a:solidFill>
                          <a:latin typeface="Arial"/>
                        </a:rPr>
                        <a:t>Measured</a:t>
                      </a:r>
                    </a:p>
                  </a:txBody>
                  <a:tcPr marL="43200" marR="43200" marT="32400" marB="32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3200" b="0">
                          <a:solidFill>
                            <a:srgbClr val="121212"/>
                          </a:solidFill>
                          <a:latin typeface="Arial"/>
                        </a:rPr>
                        <a:t>0.484 ms</a:t>
                      </a:r>
                    </a:p>
                  </a:txBody>
                  <a:tcPr marL="43200" marR="43200" marT="32400" marB="32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3200" b="0">
                          <a:solidFill>
                            <a:srgbClr val="121212"/>
                          </a:solidFill>
                          <a:latin typeface="Arial"/>
                        </a:rPr>
                        <a:t>314.6 mJ*</a:t>
                      </a:r>
                    </a:p>
                  </a:txBody>
                  <a:tcPr marL="43200" marR="43200" marT="32400" marB="32400"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99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3200" b="1">
                          <a:solidFill>
                            <a:srgbClr val="121212"/>
                          </a:solidFill>
                          <a:latin typeface="Arial"/>
                        </a:rPr>
                        <a:t>Jetson AGX Orin</a:t>
                      </a:r>
                    </a:p>
                  </a:txBody>
                  <a:tcPr marL="43200" marR="43200" marT="32400" marB="32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3200" b="0" dirty="0">
                          <a:solidFill>
                            <a:srgbClr val="121212"/>
                          </a:solidFill>
                          <a:latin typeface="Arial"/>
                        </a:rPr>
                        <a:t>Measured</a:t>
                      </a:r>
                    </a:p>
                  </a:txBody>
                  <a:tcPr marL="43200" marR="43200" marT="32400" marB="32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3200" b="0">
                          <a:solidFill>
                            <a:srgbClr val="121212"/>
                          </a:solidFill>
                          <a:latin typeface="Arial"/>
                        </a:rPr>
                        <a:t>4.478 ms</a:t>
                      </a:r>
                    </a:p>
                  </a:txBody>
                  <a:tcPr marL="43200" marR="43200" marT="32400" marB="32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3200" b="0" dirty="0">
                          <a:solidFill>
                            <a:srgbClr val="121212"/>
                          </a:solidFill>
                          <a:latin typeface="Arial"/>
                        </a:rPr>
                        <a:t>67.2 </a:t>
                      </a:r>
                      <a:r>
                        <a:rPr sz="3200" b="0" dirty="0" err="1">
                          <a:solidFill>
                            <a:srgbClr val="121212"/>
                          </a:solidFill>
                          <a:latin typeface="Arial"/>
                        </a:rPr>
                        <a:t>mJ</a:t>
                      </a:r>
                      <a:r>
                        <a:rPr sz="3200" b="0" dirty="0">
                          <a:solidFill>
                            <a:srgbClr val="121212"/>
                          </a:solidFill>
                          <a:latin typeface="Arial"/>
                        </a:rPr>
                        <a:t>*</a:t>
                      </a:r>
                    </a:p>
                  </a:txBody>
                  <a:tcPr marL="43200" marR="43200" marT="32400" marB="32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99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3200" b="1" dirty="0">
                          <a:solidFill>
                            <a:srgbClr val="121212"/>
                          </a:solidFill>
                          <a:latin typeface="Arial"/>
                        </a:rPr>
                        <a:t>IMAX FPGA</a:t>
                      </a:r>
                    </a:p>
                  </a:txBody>
                  <a:tcPr marL="43200" marR="43200" marT="32400" marB="32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3200" b="0">
                          <a:solidFill>
                            <a:srgbClr val="121212"/>
                          </a:solidFill>
                          <a:latin typeface="Arial"/>
                        </a:rPr>
                        <a:t>Measured</a:t>
                      </a:r>
                    </a:p>
                  </a:txBody>
                  <a:tcPr marL="43200" marR="43200" marT="32400" marB="32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3200" b="0" dirty="0">
                          <a:solidFill>
                            <a:srgbClr val="121212"/>
                          </a:solidFill>
                          <a:latin typeface="Arial"/>
                        </a:rPr>
                        <a:t>20.201 </a:t>
                      </a:r>
                      <a:r>
                        <a:rPr sz="3200" b="0" dirty="0" err="1">
                          <a:solidFill>
                            <a:srgbClr val="121212"/>
                          </a:solidFill>
                          <a:latin typeface="Arial"/>
                        </a:rPr>
                        <a:t>ms</a:t>
                      </a:r>
                      <a:endParaRPr sz="3200" b="0" dirty="0">
                        <a:solidFill>
                          <a:srgbClr val="121212"/>
                        </a:solidFill>
                        <a:latin typeface="Arial"/>
                      </a:endParaRPr>
                    </a:p>
                  </a:txBody>
                  <a:tcPr marL="43200" marR="43200" marT="32400" marB="32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3200" b="0" dirty="0">
                          <a:solidFill>
                            <a:srgbClr val="121212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43200" marR="43200" marT="32400" marB="32400"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99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3200" b="1" dirty="0">
                          <a:solidFill>
                            <a:srgbClr val="121212"/>
                          </a:solidFill>
                          <a:latin typeface="Arial"/>
                        </a:rPr>
                        <a:t>IMAX 28 nm</a:t>
                      </a:r>
                    </a:p>
                  </a:txBody>
                  <a:tcPr marL="43200" marR="43200" marT="32400" marB="32400" anchor="ctr">
                    <a:solidFill>
                      <a:srgbClr val="EAF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3200" b="0" dirty="0">
                          <a:solidFill>
                            <a:srgbClr val="121212"/>
                          </a:solidFill>
                          <a:latin typeface="Arial"/>
                        </a:rPr>
                        <a:t>Projected</a:t>
                      </a:r>
                    </a:p>
                  </a:txBody>
                  <a:tcPr marL="43200" marR="43200" marT="32400" marB="32400" anchor="ctr">
                    <a:solidFill>
                      <a:srgbClr val="EAF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400" b="0" dirty="0">
                          <a:solidFill>
                            <a:schemeClr val="accent2"/>
                          </a:solidFill>
                          <a:latin typeface="Arial"/>
                        </a:rPr>
                        <a:t>3.14 </a:t>
                      </a:r>
                      <a:r>
                        <a:rPr sz="4400" b="0" dirty="0" err="1">
                          <a:solidFill>
                            <a:schemeClr val="accent2"/>
                          </a:solidFill>
                          <a:latin typeface="Arial"/>
                        </a:rPr>
                        <a:t>ms</a:t>
                      </a:r>
                      <a:endParaRPr sz="4400" b="0" dirty="0">
                        <a:solidFill>
                          <a:schemeClr val="accent2"/>
                        </a:solidFill>
                        <a:latin typeface="Arial"/>
                      </a:endParaRPr>
                    </a:p>
                  </a:txBody>
                  <a:tcPr marL="43200" marR="43200" marT="32400" marB="32400" anchor="ctr">
                    <a:solidFill>
                      <a:srgbClr val="EAF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4400" b="0" dirty="0">
                          <a:solidFill>
                            <a:schemeClr val="accent2"/>
                          </a:solidFill>
                          <a:latin typeface="Arial"/>
                        </a:rPr>
                        <a:t>1.86 </a:t>
                      </a:r>
                      <a:r>
                        <a:rPr sz="4400" b="0" dirty="0" err="1">
                          <a:solidFill>
                            <a:schemeClr val="accent2"/>
                          </a:solidFill>
                          <a:latin typeface="Arial"/>
                        </a:rPr>
                        <a:t>mJ</a:t>
                      </a:r>
                      <a:r>
                        <a:rPr sz="4400" b="0" dirty="0">
                          <a:solidFill>
                            <a:schemeClr val="accent2"/>
                          </a:solidFill>
                          <a:latin typeface="Arial"/>
                        </a:rPr>
                        <a:t>*</a:t>
                      </a:r>
                    </a:p>
                  </a:txBody>
                  <a:tcPr marL="43200" marR="43200" marT="32400" marB="32400" anchor="ctr">
                    <a:solidFill>
                      <a:srgbClr val="EA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15446820" y="36901660"/>
            <a:ext cx="14283746" cy="864730"/>
          </a:xfrm>
          <a:prstGeom prst="rect">
            <a:avLst/>
          </a:prstGeom>
          <a:noFill/>
        </p:spPr>
        <p:txBody>
          <a:bodyPr wrap="square" lIns="36576" tIns="28800" rIns="36576" bIns="28800" anchor="ctr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2400" b="0" dirty="0">
                <a:latin typeface="Arial"/>
              </a:rPr>
              <a:t>* GPU 650 W × 0.484 </a:t>
            </a:r>
            <a:r>
              <a:rPr sz="2400" b="0" dirty="0" err="1">
                <a:latin typeface="Arial"/>
              </a:rPr>
              <a:t>ms.</a:t>
            </a:r>
            <a:r>
              <a:rPr sz="2400" b="0" dirty="0">
                <a:latin typeface="Arial"/>
              </a:rPr>
              <a:t> Jetson 15 W × 4.478 </a:t>
            </a:r>
            <a:r>
              <a:rPr sz="2400" b="0" dirty="0" err="1">
                <a:latin typeface="Arial"/>
              </a:rPr>
              <a:t>ms.</a:t>
            </a:r>
            <a:r>
              <a:rPr lang="en-US" sz="2400" dirty="0">
                <a:latin typeface="Arial"/>
              </a:rPr>
              <a:t> </a:t>
            </a:r>
            <a:r>
              <a:rPr sz="2400" b="0" dirty="0">
                <a:latin typeface="Arial"/>
              </a:rPr>
              <a:t>IMAX 1.161 W × 0.336 </a:t>
            </a:r>
            <a:r>
              <a:rPr sz="2400" b="0" dirty="0" err="1">
                <a:latin typeface="Arial"/>
              </a:rPr>
              <a:t>ms</a:t>
            </a:r>
            <a:r>
              <a:rPr sz="2400" b="0" dirty="0">
                <a:latin typeface="Arial"/>
              </a:rPr>
              <a:t> + 0.525 W × 2.80 </a:t>
            </a:r>
            <a:r>
              <a:rPr sz="2400" b="0" dirty="0" err="1">
                <a:latin typeface="Arial"/>
              </a:rPr>
              <a:t>ms.</a:t>
            </a:r>
            <a:r>
              <a:rPr sz="2400" b="0" dirty="0">
                <a:latin typeface="Arial"/>
              </a:rPr>
              <a:t>
Model-based energy, not measured runtime power.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0101" y="38225209"/>
            <a:ext cx="29412001" cy="2896062"/>
          </a:xfrm>
          <a:prstGeom prst="rect">
            <a:avLst/>
          </a:prstGeom>
          <a:solidFill>
            <a:srgbClr val="FFFFFF"/>
          </a:solidFill>
          <a:ln w="15240">
            <a:solidFill>
              <a:srgbClr val="286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94504" y="38225474"/>
            <a:ext cx="29397598" cy="964800"/>
          </a:xfrm>
          <a:prstGeom prst="rect">
            <a:avLst/>
          </a:prstGeom>
          <a:gradFill flip="none" rotWithShape="1">
            <a:gsLst>
              <a:gs pos="69000">
                <a:srgbClr val="14532D"/>
              </a:gs>
              <a:gs pos="99083">
                <a:srgbClr val="14532D">
                  <a:alpha val="83000"/>
                </a:srgbClr>
              </a:gs>
              <a:gs pos="90000">
                <a:srgbClr val="14532D">
                  <a:alpha val="85000"/>
                </a:srgbClr>
              </a:gs>
              <a:gs pos="82000">
                <a:srgbClr val="14532D">
                  <a:alpha val="93000"/>
                </a:srgbClr>
              </a:gs>
            </a:gsLst>
            <a:lin ang="0" scaled="1"/>
            <a:tileRect/>
          </a:gradFill>
          <a:ln w="15240">
            <a:solidFill>
              <a:srgbClr val="286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64408" y="38257565"/>
            <a:ext cx="28433584" cy="8748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5200" b="1" dirty="0">
                <a:solidFill>
                  <a:srgbClr val="FFFFFF"/>
                </a:solidFill>
                <a:latin typeface="Arial"/>
              </a:rPr>
              <a:t>Conclusion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0600" y="39297520"/>
            <a:ext cx="28518918" cy="1170647"/>
          </a:xfrm>
          <a:prstGeom prst="rect">
            <a:avLst/>
          </a:prstGeom>
          <a:noFill/>
        </p:spPr>
        <p:txBody>
          <a:bodyPr wrap="square" lIns="18000" tIns="28800" rIns="18000" bIns="2880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3400">
                <a:solidFill>
                  <a:srgbClr val="121212"/>
                </a:solidFill>
                <a:latin typeface="Arial"/>
              </a:defRPr>
            </a:pPr>
            <a:r>
              <a:rPr lang="ja-JP" altLang="en-US" sz="3200" dirty="0">
                <a:solidFill>
                  <a:srgbClr val="243E2F"/>
                </a:solidFill>
              </a:rPr>
              <a:t>・</a:t>
            </a:r>
            <a:r>
              <a:rPr lang="en-US" sz="3200" dirty="0">
                <a:solidFill>
                  <a:srgbClr val="243E2F"/>
                </a:solidFill>
              </a:rPr>
              <a:t>We successfully </a:t>
            </a:r>
            <a:r>
              <a:rPr lang="en-US" sz="3200" dirty="0">
                <a:solidFill>
                  <a:schemeClr val="accent2"/>
                </a:solidFill>
              </a:rPr>
              <a:t>mapped a 15-term memory-polynomial DPD kernel onto a 33-stage IMAX pipeline</a:t>
            </a:r>
            <a:r>
              <a:rPr lang="en-US" sz="3200" dirty="0">
                <a:solidFill>
                  <a:srgbClr val="243E2F"/>
                </a:solidFill>
              </a:rPr>
              <a:t>, enabling streaming complex-MAC computation.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3400">
                <a:solidFill>
                  <a:srgbClr val="121212"/>
                </a:solidFill>
                <a:latin typeface="Arial"/>
              </a:defRPr>
            </a:pPr>
            <a:r>
              <a:rPr lang="ja-JP" altLang="en-US" sz="3200" dirty="0">
                <a:solidFill>
                  <a:srgbClr val="243E2F"/>
                </a:solidFill>
              </a:rPr>
              <a:t>・</a:t>
            </a:r>
            <a:r>
              <a:rPr lang="en-US" sz="3200" dirty="0">
                <a:solidFill>
                  <a:srgbClr val="243E2F"/>
                </a:solidFill>
              </a:rPr>
              <a:t>The projected 28 nm IMAX </a:t>
            </a:r>
            <a:r>
              <a:rPr lang="en-US" sz="3200" dirty="0">
                <a:solidFill>
                  <a:schemeClr val="accent2"/>
                </a:solidFill>
              </a:rPr>
              <a:t>achieved 169.1× lower modeled energy per batch than RTX 4090</a:t>
            </a:r>
            <a:r>
              <a:rPr lang="en-US" sz="3200" dirty="0">
                <a:solidFill>
                  <a:srgbClr val="243E2F"/>
                </a:solidFill>
              </a:rPr>
              <a:t>, although the GPU achieved lower end-to-end latency.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888220" y="40486022"/>
            <a:ext cx="26184955" cy="580871"/>
          </a:xfrm>
          <a:prstGeom prst="rect">
            <a:avLst/>
          </a:prstGeom>
          <a:solidFill>
            <a:srgbClr val="EA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999006" y="40483894"/>
            <a:ext cx="25712347" cy="550477"/>
          </a:xfrm>
          <a:prstGeom prst="rect">
            <a:avLst/>
          </a:prstGeom>
          <a:noFill/>
        </p:spPr>
        <p:txBody>
          <a:bodyPr wrap="square" lIns="36576" tIns="28800" rIns="36576" bIns="28800" anchor="ctr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lang="en-US" sz="3200" b="1" dirty="0">
                <a:solidFill>
                  <a:srgbClr val="14532D"/>
                </a:solidFill>
                <a:latin typeface="Arial"/>
              </a:rPr>
              <a:t>Future work will focus on integrating coefficient adaptation and continuous streaming toward practical real-time DPD processing.</a:t>
            </a:r>
            <a:endParaRPr sz="3200" b="1" dirty="0">
              <a:solidFill>
                <a:srgbClr val="14532D"/>
              </a:solidFill>
              <a:latin typeface="Arial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0" y="41238000"/>
            <a:ext cx="30275999" cy="1565763"/>
          </a:xfrm>
          <a:prstGeom prst="rect">
            <a:avLst/>
          </a:prstGeom>
          <a:gradFill flip="none" rotWithShape="1">
            <a:gsLst>
              <a:gs pos="69000">
                <a:srgbClr val="14532D"/>
              </a:gs>
              <a:gs pos="99083">
                <a:srgbClr val="14532D">
                  <a:alpha val="83000"/>
                </a:srgbClr>
              </a:gs>
              <a:gs pos="90000">
                <a:srgbClr val="14532D">
                  <a:alpha val="85000"/>
                </a:srgbClr>
              </a:gs>
              <a:gs pos="82000">
                <a:srgbClr val="14532D">
                  <a:alpha val="93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88000" y="41630595"/>
            <a:ext cx="29700000" cy="1140811"/>
          </a:xfrm>
          <a:prstGeom prst="rect">
            <a:avLst/>
          </a:prstGeom>
          <a:noFill/>
        </p:spPr>
        <p:txBody>
          <a:bodyPr wrap="square" lIns="14400" tIns="7200" rIns="14400" bIns="7200" anchor="ctr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>
                <a:solidFill>
                  <a:srgbClr val="FFFFFF"/>
                </a:solidFill>
                <a:latin typeface="Arial"/>
              </a:rPr>
              <a:t>[1] L. Ding et al., “A robust digital baseband </a:t>
            </a:r>
            <a:r>
              <a:rPr sz="2400" b="0" dirty="0" err="1">
                <a:solidFill>
                  <a:srgbClr val="FFFFFF"/>
                </a:solidFill>
                <a:latin typeface="Arial"/>
              </a:rPr>
              <a:t>predistorter</a:t>
            </a:r>
            <a:r>
              <a:rPr sz="2400" b="0" dirty="0">
                <a:solidFill>
                  <a:srgbClr val="FFFFFF"/>
                </a:solidFill>
                <a:latin typeface="Arial"/>
              </a:rPr>
              <a:t> constructed using memory polynomials,” IEEE Trans. Commun., vol. 52, no. 1, pp. 159–165, 2004.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>
                <a:solidFill>
                  <a:srgbClr val="FFFFFF"/>
                </a:solidFill>
                <a:latin typeface="Arial"/>
              </a:rPr>
              <a:t>[2] D. R. Morgan et al., “A generalized memory polynomial model for digital predistortion of RF power amplifiers,” IEEE Trans. Signal Process., vol. 54, no. 10, pp. 3852–3860, 2006.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>
                <a:solidFill>
                  <a:srgbClr val="FFFFFF"/>
                </a:solidFill>
                <a:latin typeface="Arial"/>
              </a:rPr>
              <a:t>[3] T. </a:t>
            </a:r>
            <a:r>
              <a:rPr sz="2400" b="0" dirty="0" err="1">
                <a:solidFill>
                  <a:srgbClr val="FFFFFF"/>
                </a:solidFill>
                <a:latin typeface="Arial"/>
              </a:rPr>
              <a:t>Akabe</a:t>
            </a:r>
            <a:r>
              <a:rPr sz="2400" b="0" dirty="0">
                <a:solidFill>
                  <a:srgbClr val="FFFFFF"/>
                </a:solidFill>
                <a:latin typeface="Arial"/>
              </a:rPr>
              <a:t>, V. T. D. Le, and Y. Nakashima, “IMAX: A power-efficient multilevel pipelined CGLA and applications,” IEEE Access, vol. 13, pp. 31899–31911, 2025.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4480000" y="41310000"/>
            <a:ext cx="5472000" cy="342000"/>
          </a:xfrm>
          <a:prstGeom prst="rect">
            <a:avLst/>
          </a:prstGeom>
          <a:noFill/>
        </p:spPr>
        <p:txBody>
          <a:bodyPr wrap="square" lIns="14400" tIns="7200" rIns="14400" bIns="7200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APCCAS 2026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4900252" y="25596421"/>
            <a:ext cx="13860000" cy="594000"/>
          </a:xfrm>
          <a:prstGeom prst="rect">
            <a:avLst/>
          </a:prstGeom>
          <a:noFill/>
        </p:spPr>
        <p:txBody>
          <a:bodyPr wrap="square" lIns="36576" tIns="28800" rIns="36576" bIns="2880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3500" b="1" dirty="0">
                <a:solidFill>
                  <a:srgbClr val="14532D"/>
                </a:solidFill>
                <a:latin typeface="Arial"/>
              </a:rPr>
              <a:t>End-to-end latency (</a:t>
            </a:r>
            <a:r>
              <a:rPr sz="3500" b="1" dirty="0" err="1">
                <a:solidFill>
                  <a:srgbClr val="14532D"/>
                </a:solidFill>
                <a:latin typeface="Arial"/>
              </a:rPr>
              <a:t>ms</a:t>
            </a:r>
            <a:r>
              <a:rPr sz="3500" b="1" dirty="0">
                <a:solidFill>
                  <a:srgbClr val="14532D"/>
                </a:solidFill>
                <a:latin typeface="Arial"/>
              </a:rPr>
              <a:t>)</a:t>
            </a:r>
          </a:p>
        </p:txBody>
      </p:sp>
      <p:graphicFrame>
        <p:nvGraphicFramePr>
          <p:cNvPr id="79" name="Chart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9420706"/>
              </p:ext>
            </p:extLst>
          </p:nvPr>
        </p:nvGraphicFramePr>
        <p:xfrm>
          <a:off x="15124669" y="26272013"/>
          <a:ext cx="13860000" cy="29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0" name="TextBox 79"/>
          <p:cNvSpPr txBox="1"/>
          <p:nvPr/>
        </p:nvSpPr>
        <p:spPr>
          <a:xfrm>
            <a:off x="15521851" y="29357771"/>
            <a:ext cx="13860000" cy="594000"/>
          </a:xfrm>
          <a:prstGeom prst="rect">
            <a:avLst/>
          </a:prstGeom>
          <a:noFill/>
        </p:spPr>
        <p:txBody>
          <a:bodyPr wrap="square" lIns="36576" tIns="28800" rIns="36576" bIns="2880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3500" b="1" dirty="0">
                <a:solidFill>
                  <a:srgbClr val="14532D"/>
                </a:solidFill>
                <a:latin typeface="Arial"/>
              </a:rPr>
              <a:t>Modeled energy ratio (IMAX = 1)</a:t>
            </a:r>
          </a:p>
        </p:txBody>
      </p:sp>
      <p:graphicFrame>
        <p:nvGraphicFramePr>
          <p:cNvPr id="81" name="Chart 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285179"/>
              </p:ext>
            </p:extLst>
          </p:nvPr>
        </p:nvGraphicFramePr>
        <p:xfrm>
          <a:off x="15626763" y="29860124"/>
          <a:ext cx="13860000" cy="29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9D95C925-5341-AEAC-7793-E27709CA7181}"/>
              </a:ext>
            </a:extLst>
          </p:cNvPr>
          <p:cNvSpPr txBox="1"/>
          <p:nvPr/>
        </p:nvSpPr>
        <p:spPr>
          <a:xfrm>
            <a:off x="25803564" y="344071"/>
            <a:ext cx="3932436" cy="1200329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7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ID: 2103</a:t>
            </a:r>
            <a:endParaRPr kumimoji="1" lang="ja-JP" altLang="en-US" sz="7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5" name="図 64" descr="黒い背景に白い文字がある&#10;&#10;AI 生成コンテンツは誤りを含む可能性があります。">
            <a:extLst>
              <a:ext uri="{FF2B5EF4-FFF2-40B4-BE49-F238E27FC236}">
                <a16:creationId xmlns:a16="http://schemas.microsoft.com/office/drawing/2014/main" id="{B1D684B2-1732-9EFB-8E94-87D0130F818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03415" y="3052585"/>
            <a:ext cx="7223426" cy="12240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6" name="図 65" descr="食品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B7163566-8856-5411-BD9C-D6006C0D0AD9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18252" y="3062246"/>
            <a:ext cx="1224000" cy="1224000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81744FC3-BC02-B1A1-C45A-B2A6FA4E5E68}"/>
              </a:ext>
            </a:extLst>
          </p:cNvPr>
          <p:cNvGrpSpPr/>
          <p:nvPr/>
        </p:nvGrpSpPr>
        <p:grpSpPr>
          <a:xfrm>
            <a:off x="19302710" y="3063481"/>
            <a:ext cx="1754379" cy="1224000"/>
            <a:chOff x="30464609" y="3891384"/>
            <a:chExt cx="1754379" cy="1224000"/>
          </a:xfrm>
        </p:grpSpPr>
        <p:sp>
          <p:nvSpPr>
            <p:cNvPr id="68" name="正方形/長方形 67">
              <a:extLst>
                <a:ext uri="{FF2B5EF4-FFF2-40B4-BE49-F238E27FC236}">
                  <a16:creationId xmlns:a16="http://schemas.microsoft.com/office/drawing/2014/main" id="{F00F6B9E-3775-D68A-1D58-F6E74F63E29A}"/>
                </a:ext>
              </a:extLst>
            </p:cNvPr>
            <p:cNvSpPr/>
            <p:nvPr/>
          </p:nvSpPr>
          <p:spPr>
            <a:xfrm>
              <a:off x="30464609" y="3891384"/>
              <a:ext cx="1754379" cy="12240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69" name="図 68">
              <a:extLst>
                <a:ext uri="{FF2B5EF4-FFF2-40B4-BE49-F238E27FC236}">
                  <a16:creationId xmlns:a16="http://schemas.microsoft.com/office/drawing/2014/main" id="{190B520C-E303-917C-40FD-30A2DCF2C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30206" y="4034597"/>
              <a:ext cx="1623182" cy="937573"/>
            </a:xfrm>
            <a:prstGeom prst="rect">
              <a:avLst/>
            </a:prstGeom>
          </p:spPr>
        </p:pic>
      </p:grpSp>
      <p:sp>
        <p:nvSpPr>
          <p:cNvPr id="128" name="footer_references_heading"/>
          <p:cNvSpPr txBox="1"/>
          <p:nvPr/>
        </p:nvSpPr>
        <p:spPr>
          <a:xfrm>
            <a:off x="288000" y="41271900"/>
            <a:ext cx="18000000" cy="342000"/>
          </a:xfrm>
          <a:prstGeom prst="rect">
            <a:avLst/>
          </a:prstGeom>
          <a:noFill/>
        </p:spPr>
        <p:txBody>
          <a:bodyPr wrap="none" lIns="14400" tIns="7200" rIns="14400" bIns="7200" anchor="ctr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>
                <a:solidFill>
                  <a:srgbClr val="FFFFFF"/>
                </a:solidFill>
                <a:latin typeface="Arial"/>
              </a:rPr>
              <a:t>Selected References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8D42AF9B-2DB6-8208-B96F-6594867627DB}"/>
              </a:ext>
            </a:extLst>
          </p:cNvPr>
          <p:cNvSpPr txBox="1"/>
          <p:nvPr/>
        </p:nvSpPr>
        <p:spPr>
          <a:xfrm>
            <a:off x="677515" y="12210453"/>
            <a:ext cx="16059750" cy="86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en-US" altLang="ja-JP" sz="2400" b="0" dirty="0">
                <a:solidFill>
                  <a:srgbClr val="243E2F"/>
                </a:solidFill>
                <a:latin typeface="Arial"/>
              </a:rPr>
              <a:t>* This work focuses on the hardware acceleration of memory-polynomial DPD, rather than the development of a new DPD algorithm. RF hardware measurements and adaptive coefficient updates are outside the scope of this study.</a:t>
            </a:r>
          </a:p>
        </p:txBody>
      </p:sp>
      <p:sp>
        <p:nvSpPr>
          <p:cNvPr id="140" name="Rectangle 70">
            <a:extLst>
              <a:ext uri="{FF2B5EF4-FFF2-40B4-BE49-F238E27FC236}">
                <a16:creationId xmlns:a16="http://schemas.microsoft.com/office/drawing/2014/main" id="{F5271362-0D25-1FE2-5998-0AD4BE8D9E05}"/>
              </a:ext>
            </a:extLst>
          </p:cNvPr>
          <p:cNvSpPr/>
          <p:nvPr/>
        </p:nvSpPr>
        <p:spPr>
          <a:xfrm>
            <a:off x="964408" y="18370407"/>
            <a:ext cx="28191843" cy="2794103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TextBox 2">
            <a:extLst>
              <a:ext uri="{FF2B5EF4-FFF2-40B4-BE49-F238E27FC236}">
                <a16:creationId xmlns:a16="http://schemas.microsoft.com/office/drawing/2014/main" id="{DCF1AECA-687E-C715-82FB-190BEB09CF5C}"/>
              </a:ext>
            </a:extLst>
          </p:cNvPr>
          <p:cNvSpPr txBox="1"/>
          <p:nvPr/>
        </p:nvSpPr>
        <p:spPr>
          <a:xfrm>
            <a:off x="677515" y="16686884"/>
            <a:ext cx="21456662" cy="615553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1" dirty="0">
                <a:solidFill>
                  <a:srgbClr val="1453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64-PE IMAX array. The 33 stages correspond to PE0</a:t>
            </a:r>
            <a:r>
              <a:rPr lang="en-US" sz="4000" b="1" dirty="0">
                <a:solidFill>
                  <a:srgbClr val="1453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b="1" dirty="0">
                <a:solidFill>
                  <a:srgbClr val="1453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sz="4000" b="1" dirty="0">
                <a:solidFill>
                  <a:srgbClr val="1453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b="1" dirty="0">
                <a:solidFill>
                  <a:srgbClr val="1453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PE32</a:t>
            </a:r>
          </a:p>
        </p:txBody>
      </p: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0D2980B0-B431-4C5B-8269-374380FFE270}"/>
              </a:ext>
            </a:extLst>
          </p:cNvPr>
          <p:cNvGrpSpPr/>
          <p:nvPr/>
        </p:nvGrpSpPr>
        <p:grpSpPr>
          <a:xfrm>
            <a:off x="902920" y="17479387"/>
            <a:ext cx="28298986" cy="681403"/>
            <a:chOff x="1272773" y="17393072"/>
            <a:chExt cx="24732609" cy="753456"/>
          </a:xfrm>
        </p:grpSpPr>
        <p:sp>
          <p:nvSpPr>
            <p:cNvPr id="142" name="Rectangle 3">
              <a:extLst>
                <a:ext uri="{FF2B5EF4-FFF2-40B4-BE49-F238E27FC236}">
                  <a16:creationId xmlns:a16="http://schemas.microsoft.com/office/drawing/2014/main" id="{6CBC6ED4-82D8-ECF3-B9CA-A18186A37C70}"/>
                </a:ext>
              </a:extLst>
            </p:cNvPr>
            <p:cNvSpPr/>
            <p:nvPr/>
          </p:nvSpPr>
          <p:spPr>
            <a:xfrm>
              <a:off x="1272773" y="17393072"/>
              <a:ext cx="13463904" cy="753456"/>
            </a:xfrm>
            <a:prstGeom prst="rect">
              <a:avLst/>
            </a:prstGeom>
            <a:solidFill>
              <a:srgbClr val="324F6B"/>
            </a:solidFill>
            <a:ln w="8255">
              <a:solidFill>
                <a:srgbClr val="2F364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6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Rectangle 4">
              <a:extLst>
                <a:ext uri="{FF2B5EF4-FFF2-40B4-BE49-F238E27FC236}">
                  <a16:creationId xmlns:a16="http://schemas.microsoft.com/office/drawing/2014/main" id="{53117425-084E-01A8-DFBE-D00894F610F8}"/>
                </a:ext>
              </a:extLst>
            </p:cNvPr>
            <p:cNvSpPr/>
            <p:nvPr/>
          </p:nvSpPr>
          <p:spPr>
            <a:xfrm>
              <a:off x="14736677" y="17393072"/>
              <a:ext cx="11268705" cy="753456"/>
            </a:xfrm>
            <a:prstGeom prst="rect">
              <a:avLst/>
            </a:prstGeom>
            <a:solidFill>
              <a:srgbClr val="E6E7E9"/>
            </a:solidFill>
            <a:ln w="8255">
              <a:solidFill>
                <a:srgbClr val="2F364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6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" name="TextBox 5">
              <a:extLst>
                <a:ext uri="{FF2B5EF4-FFF2-40B4-BE49-F238E27FC236}">
                  <a16:creationId xmlns:a16="http://schemas.microsoft.com/office/drawing/2014/main" id="{390DCBC2-9275-8772-4E47-5D1775C7C2C2}"/>
                </a:ext>
              </a:extLst>
            </p:cNvPr>
            <p:cNvSpPr txBox="1"/>
            <p:nvPr/>
          </p:nvSpPr>
          <p:spPr>
            <a:xfrm>
              <a:off x="1272773" y="17523579"/>
              <a:ext cx="13463904" cy="492443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32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used in this mapping PE0–PE32 (33 PEs)</a:t>
              </a:r>
            </a:p>
          </p:txBody>
        </p:sp>
        <p:sp>
          <p:nvSpPr>
            <p:cNvPr id="145" name="TextBox 6">
              <a:extLst>
                <a:ext uri="{FF2B5EF4-FFF2-40B4-BE49-F238E27FC236}">
                  <a16:creationId xmlns:a16="http://schemas.microsoft.com/office/drawing/2014/main" id="{75D79229-0693-09DD-9BB1-DC457A65A811}"/>
                </a:ext>
              </a:extLst>
            </p:cNvPr>
            <p:cNvSpPr txBox="1"/>
            <p:nvPr/>
          </p:nvSpPr>
          <p:spPr>
            <a:xfrm>
              <a:off x="14736677" y="17523579"/>
              <a:ext cx="11268705" cy="492443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3200" b="0" dirty="0">
                  <a:solidFill>
                    <a:srgbClr val="59606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unused by this mapping PE33–PE63</a:t>
              </a:r>
            </a:p>
          </p:txBody>
        </p:sp>
      </p:grpSp>
      <p:sp>
        <p:nvSpPr>
          <p:cNvPr id="146" name="Rectangle 7">
            <a:extLst>
              <a:ext uri="{FF2B5EF4-FFF2-40B4-BE49-F238E27FC236}">
                <a16:creationId xmlns:a16="http://schemas.microsoft.com/office/drawing/2014/main" id="{8DAC595A-E93E-73F1-EF73-4DBC32424555}"/>
              </a:ext>
            </a:extLst>
          </p:cNvPr>
          <p:cNvSpPr/>
          <p:nvPr/>
        </p:nvSpPr>
        <p:spPr>
          <a:xfrm>
            <a:off x="2090273" y="18610586"/>
            <a:ext cx="1814931" cy="1716707"/>
          </a:xfrm>
          <a:prstGeom prst="rect">
            <a:avLst/>
          </a:prstGeom>
          <a:solidFill>
            <a:srgbClr val="F5F6F7"/>
          </a:solidFill>
          <a:ln w="8255">
            <a:solidFill>
              <a:srgbClr val="2F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7" name="TextBox 8">
            <a:extLst>
              <a:ext uri="{FF2B5EF4-FFF2-40B4-BE49-F238E27FC236}">
                <a16:creationId xmlns:a16="http://schemas.microsoft.com/office/drawing/2014/main" id="{55387F1E-39F2-E4DE-F489-E2E03AC74284}"/>
              </a:ext>
            </a:extLst>
          </p:cNvPr>
          <p:cNvSpPr txBox="1"/>
          <p:nvPr/>
        </p:nvSpPr>
        <p:spPr>
          <a:xfrm>
            <a:off x="2090273" y="18809887"/>
            <a:ext cx="1873239" cy="130095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pair</a:t>
            </a:r>
            <a:endParaRPr lang="en-US" sz="2400" b="1" dirty="0">
              <a:solidFill>
                <a:srgbClr val="2F36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ja-JP" sz="2400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ordered
stream</a:t>
            </a:r>
          </a:p>
        </p:txBody>
      </p:sp>
      <p:sp>
        <p:nvSpPr>
          <p:cNvPr id="148" name="Rectangle 12">
            <a:extLst>
              <a:ext uri="{FF2B5EF4-FFF2-40B4-BE49-F238E27FC236}">
                <a16:creationId xmlns:a16="http://schemas.microsoft.com/office/drawing/2014/main" id="{933BC343-3B5C-855F-D2E9-96A689202BD6}"/>
              </a:ext>
            </a:extLst>
          </p:cNvPr>
          <p:cNvSpPr/>
          <p:nvPr/>
        </p:nvSpPr>
        <p:spPr>
          <a:xfrm>
            <a:off x="4273275" y="18610586"/>
            <a:ext cx="1536642" cy="1716707"/>
          </a:xfrm>
          <a:prstGeom prst="rect">
            <a:avLst/>
          </a:prstGeom>
          <a:solidFill>
            <a:srgbClr val="EDF2F7"/>
          </a:solidFill>
          <a:ln w="8255">
            <a:solidFill>
              <a:srgbClr val="2F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9" name="TextBox 13">
            <a:extLst>
              <a:ext uri="{FF2B5EF4-FFF2-40B4-BE49-F238E27FC236}">
                <a16:creationId xmlns:a16="http://schemas.microsoft.com/office/drawing/2014/main" id="{EF32E909-2C6C-9335-E053-6EC99F001874}"/>
              </a:ext>
            </a:extLst>
          </p:cNvPr>
          <p:cNvSpPr txBox="1"/>
          <p:nvPr/>
        </p:nvSpPr>
        <p:spPr>
          <a:xfrm>
            <a:off x="4244143" y="18809887"/>
            <a:ext cx="1536642" cy="130095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PE0</a:t>
            </a:r>
            <a:endParaRPr lang="en-US" sz="2400" b="1" dirty="0">
              <a:solidFill>
                <a:srgbClr val="2F36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ja-JP" sz="2400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stream
advance</a:t>
            </a:r>
          </a:p>
        </p:txBody>
      </p:sp>
      <p:sp>
        <p:nvSpPr>
          <p:cNvPr id="150" name="Rectangle 17">
            <a:extLst>
              <a:ext uri="{FF2B5EF4-FFF2-40B4-BE49-F238E27FC236}">
                <a16:creationId xmlns:a16="http://schemas.microsoft.com/office/drawing/2014/main" id="{9BAE464C-E657-0BAF-4D79-938203E52133}"/>
              </a:ext>
            </a:extLst>
          </p:cNvPr>
          <p:cNvSpPr/>
          <p:nvPr/>
        </p:nvSpPr>
        <p:spPr>
          <a:xfrm>
            <a:off x="6132157" y="18610586"/>
            <a:ext cx="1944569" cy="171670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8255">
            <a:solidFill>
              <a:srgbClr val="2F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1" name="TextBox 18">
            <a:extLst>
              <a:ext uri="{FF2B5EF4-FFF2-40B4-BE49-F238E27FC236}">
                <a16:creationId xmlns:a16="http://schemas.microsoft.com/office/drawing/2014/main" id="{04208F16-9A15-B6AC-E9D5-507D2E90CA4B}"/>
              </a:ext>
            </a:extLst>
          </p:cNvPr>
          <p:cNvSpPr txBox="1"/>
          <p:nvPr/>
        </p:nvSpPr>
        <p:spPr>
          <a:xfrm>
            <a:off x="6153238" y="18809887"/>
            <a:ext cx="1975682" cy="130095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PE1</a:t>
            </a:r>
            <a:endParaRPr lang="en-US" sz="2400" b="1" dirty="0">
              <a:solidFill>
                <a:srgbClr val="2F36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ja-JP" sz="2400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history +
coefficients</a:t>
            </a:r>
          </a:p>
        </p:txBody>
      </p:sp>
      <p:sp>
        <p:nvSpPr>
          <p:cNvPr id="152" name="Rectangle 62">
            <a:extLst>
              <a:ext uri="{FF2B5EF4-FFF2-40B4-BE49-F238E27FC236}">
                <a16:creationId xmlns:a16="http://schemas.microsoft.com/office/drawing/2014/main" id="{39F67722-BFA0-306A-A551-E2186514A681}"/>
              </a:ext>
            </a:extLst>
          </p:cNvPr>
          <p:cNvSpPr/>
          <p:nvPr/>
        </p:nvSpPr>
        <p:spPr>
          <a:xfrm>
            <a:off x="21813572" y="18613332"/>
            <a:ext cx="1944569" cy="171670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8255">
            <a:solidFill>
              <a:srgbClr val="2F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" name="TextBox 63">
            <a:extLst>
              <a:ext uri="{FF2B5EF4-FFF2-40B4-BE49-F238E27FC236}">
                <a16:creationId xmlns:a16="http://schemas.microsoft.com/office/drawing/2014/main" id="{9AF3D475-523D-C5D6-461A-BFEC5C344B9C}"/>
              </a:ext>
            </a:extLst>
          </p:cNvPr>
          <p:cNvSpPr txBox="1"/>
          <p:nvPr/>
        </p:nvSpPr>
        <p:spPr>
          <a:xfrm>
            <a:off x="21904344" y="18834354"/>
            <a:ext cx="1763022" cy="130095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PE32</a:t>
            </a:r>
            <a:endParaRPr lang="en-US" sz="2400" b="1" dirty="0">
              <a:solidFill>
                <a:srgbClr val="2F36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ja-JP" sz="2400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completed
output</a:t>
            </a:r>
          </a:p>
        </p:txBody>
      </p:sp>
      <p:sp>
        <p:nvSpPr>
          <p:cNvPr id="154" name="Rectangle 67">
            <a:extLst>
              <a:ext uri="{FF2B5EF4-FFF2-40B4-BE49-F238E27FC236}">
                <a16:creationId xmlns:a16="http://schemas.microsoft.com/office/drawing/2014/main" id="{21259A6E-4DC5-474D-8AD2-1D8D623814B4}"/>
              </a:ext>
            </a:extLst>
          </p:cNvPr>
          <p:cNvSpPr/>
          <p:nvPr/>
        </p:nvSpPr>
        <p:spPr>
          <a:xfrm>
            <a:off x="24104119" y="18607021"/>
            <a:ext cx="1814931" cy="1716707"/>
          </a:xfrm>
          <a:prstGeom prst="rect">
            <a:avLst/>
          </a:prstGeom>
          <a:solidFill>
            <a:srgbClr val="F5F6F7"/>
          </a:solidFill>
          <a:ln w="8255">
            <a:solidFill>
              <a:srgbClr val="2F3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5" name="TextBox 68">
            <a:extLst>
              <a:ext uri="{FF2B5EF4-FFF2-40B4-BE49-F238E27FC236}">
                <a16:creationId xmlns:a16="http://schemas.microsoft.com/office/drawing/2014/main" id="{1E724790-A93F-299D-AB4C-8E4E53FB1706}"/>
              </a:ext>
            </a:extLst>
          </p:cNvPr>
          <p:cNvSpPr txBox="1"/>
          <p:nvPr/>
        </p:nvSpPr>
        <p:spPr>
          <a:xfrm>
            <a:off x="24085250" y="18819058"/>
            <a:ext cx="1756162" cy="130095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400" b="1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2400" b="1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utput</a:t>
            </a:r>
            <a:endParaRPr lang="en-US" sz="2400" b="1" dirty="0">
              <a:solidFill>
                <a:srgbClr val="2F36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ja-JP" sz="2400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packed
result</a:t>
            </a:r>
          </a:p>
        </p:txBody>
      </p:sp>
      <p:sp>
        <p:nvSpPr>
          <p:cNvPr id="157" name="TextBox 72">
            <a:extLst>
              <a:ext uri="{FF2B5EF4-FFF2-40B4-BE49-F238E27FC236}">
                <a16:creationId xmlns:a16="http://schemas.microsoft.com/office/drawing/2014/main" id="{63461B80-A63A-871B-9566-03134983FB39}"/>
              </a:ext>
            </a:extLst>
          </p:cNvPr>
          <p:cNvSpPr txBox="1"/>
          <p:nvPr/>
        </p:nvSpPr>
        <p:spPr>
          <a:xfrm>
            <a:off x="1446958" y="20512476"/>
            <a:ext cx="27262530" cy="492443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r>
              <a:rPr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 terms </a:t>
            </a:r>
            <a:r>
              <a:rPr sz="3200" b="1" dirty="0">
                <a:latin typeface="Arial" panose="020B0604020202020204" pitchFamily="34" charset="0"/>
                <a:cs typeface="Arial" panose="020B0604020202020204" pitchFamily="34" charset="0"/>
              </a:rPr>
              <a:t>= 5 delay taps × 3 odd orders (p=1,3,</a:t>
            </a:r>
            <a:r>
              <a:rPr lang="en-US" altLang="ja-JP" sz="3200" b="1" dirty="0">
                <a:latin typeface="Arial" panose="020B0604020202020204" pitchFamily="34" charset="0"/>
                <a:cs typeface="Arial" panose="020B0604020202020204" pitchFamily="34" charset="0"/>
              </a:rPr>
              <a:t>5) </a:t>
            </a:r>
            <a:r>
              <a:rPr lang="en-US" altLang="ja-JP" sz="3200" dirty="0">
                <a:latin typeface="Arial" panose="020B0604020202020204" pitchFamily="34" charset="0"/>
                <a:cs typeface="Arial" panose="020B0604020202020204" pitchFamily="34" charset="0"/>
              </a:rPr>
              <a:t>|  PE0 advances the stream, PE1 supplies local state, PE2–PE31 reduce, and PE32 writes output.</a:t>
            </a:r>
          </a:p>
        </p:txBody>
      </p:sp>
      <p:cxnSp>
        <p:nvCxnSpPr>
          <p:cNvPr id="160" name="直線矢印コネクタ 159">
            <a:extLst>
              <a:ext uri="{FF2B5EF4-FFF2-40B4-BE49-F238E27FC236}">
                <a16:creationId xmlns:a16="http://schemas.microsoft.com/office/drawing/2014/main" id="{ED812334-F374-B8A1-B057-B5BCF3ED77EF}"/>
              </a:ext>
            </a:extLst>
          </p:cNvPr>
          <p:cNvCxnSpPr>
            <a:cxnSpLocks/>
            <a:stCxn id="146" idx="3"/>
            <a:endCxn id="148" idx="1"/>
          </p:cNvCxnSpPr>
          <p:nvPr/>
        </p:nvCxnSpPr>
        <p:spPr>
          <a:xfrm>
            <a:off x="3905204" y="19468939"/>
            <a:ext cx="368071" cy="0"/>
          </a:xfrm>
          <a:prstGeom prst="straightConnector1">
            <a:avLst/>
          </a:prstGeom>
          <a:ln w="6350">
            <a:headEnd w="lg" len="med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直線矢印コネクタ 160">
            <a:extLst>
              <a:ext uri="{FF2B5EF4-FFF2-40B4-BE49-F238E27FC236}">
                <a16:creationId xmlns:a16="http://schemas.microsoft.com/office/drawing/2014/main" id="{C1B3D74D-3117-15A6-5854-80AC2F648F20}"/>
              </a:ext>
            </a:extLst>
          </p:cNvPr>
          <p:cNvCxnSpPr>
            <a:cxnSpLocks/>
            <a:stCxn id="148" idx="3"/>
            <a:endCxn id="150" idx="1"/>
          </p:cNvCxnSpPr>
          <p:nvPr/>
        </p:nvCxnSpPr>
        <p:spPr>
          <a:xfrm>
            <a:off x="5809917" y="19468939"/>
            <a:ext cx="322240" cy="0"/>
          </a:xfrm>
          <a:prstGeom prst="straightConnector1">
            <a:avLst/>
          </a:prstGeom>
          <a:ln w="6350">
            <a:headEnd w="lg" len="med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2" name="直線矢印コネクタ 161">
            <a:extLst>
              <a:ext uri="{FF2B5EF4-FFF2-40B4-BE49-F238E27FC236}">
                <a16:creationId xmlns:a16="http://schemas.microsoft.com/office/drawing/2014/main" id="{0A5F0050-4DEF-A9F6-AC3A-6066CA054637}"/>
              </a:ext>
            </a:extLst>
          </p:cNvPr>
          <p:cNvCxnSpPr>
            <a:cxnSpLocks/>
            <a:stCxn id="150" idx="3"/>
            <a:endCxn id="191" idx="1"/>
          </p:cNvCxnSpPr>
          <p:nvPr/>
        </p:nvCxnSpPr>
        <p:spPr>
          <a:xfrm flipV="1">
            <a:off x="8076726" y="19467692"/>
            <a:ext cx="354931" cy="1248"/>
          </a:xfrm>
          <a:prstGeom prst="straightConnector1">
            <a:avLst/>
          </a:prstGeom>
          <a:ln w="6350">
            <a:headEnd w="lg" len="med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直線矢印コネクタ 162">
            <a:extLst>
              <a:ext uri="{FF2B5EF4-FFF2-40B4-BE49-F238E27FC236}">
                <a16:creationId xmlns:a16="http://schemas.microsoft.com/office/drawing/2014/main" id="{07940523-EB80-B65A-11A0-4D4B246D9399}"/>
              </a:ext>
            </a:extLst>
          </p:cNvPr>
          <p:cNvCxnSpPr>
            <a:cxnSpLocks/>
            <a:stCxn id="152" idx="3"/>
            <a:endCxn id="154" idx="1"/>
          </p:cNvCxnSpPr>
          <p:nvPr/>
        </p:nvCxnSpPr>
        <p:spPr>
          <a:xfrm flipV="1">
            <a:off x="23758141" y="19465375"/>
            <a:ext cx="345978" cy="6310"/>
          </a:xfrm>
          <a:prstGeom prst="straightConnector1">
            <a:avLst/>
          </a:prstGeom>
          <a:ln w="6350">
            <a:headEnd w="lg" len="med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64" name="グループ化 163">
            <a:extLst>
              <a:ext uri="{FF2B5EF4-FFF2-40B4-BE49-F238E27FC236}">
                <a16:creationId xmlns:a16="http://schemas.microsoft.com/office/drawing/2014/main" id="{0CC858E8-8AE3-F4D6-70F7-915BCB62E38D}"/>
              </a:ext>
            </a:extLst>
          </p:cNvPr>
          <p:cNvGrpSpPr/>
          <p:nvPr/>
        </p:nvGrpSpPr>
        <p:grpSpPr>
          <a:xfrm>
            <a:off x="8430411" y="18601096"/>
            <a:ext cx="2075453" cy="1725708"/>
            <a:chOff x="2198819" y="827382"/>
            <a:chExt cx="576346" cy="434265"/>
          </a:xfrm>
        </p:grpSpPr>
        <p:sp>
          <p:nvSpPr>
            <p:cNvPr id="191" name="Rectangle 23">
              <a:extLst>
                <a:ext uri="{FF2B5EF4-FFF2-40B4-BE49-F238E27FC236}">
                  <a16:creationId xmlns:a16="http://schemas.microsoft.com/office/drawing/2014/main" id="{F00408C0-5C10-6EDC-572A-2006972829D0}"/>
                </a:ext>
              </a:extLst>
            </p:cNvPr>
            <p:cNvSpPr/>
            <p:nvPr/>
          </p:nvSpPr>
          <p:spPr>
            <a:xfrm>
              <a:off x="2199165" y="937456"/>
              <a:ext cx="575654" cy="216000"/>
            </a:xfrm>
            <a:prstGeom prst="rect">
              <a:avLst/>
            </a:prstGeom>
            <a:solidFill>
              <a:srgbClr val="F3E2C6"/>
            </a:solidFill>
            <a:ln w="7620">
              <a:solidFill>
                <a:srgbClr val="2F364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Rectangle 23">
              <a:extLst>
                <a:ext uri="{FF2B5EF4-FFF2-40B4-BE49-F238E27FC236}">
                  <a16:creationId xmlns:a16="http://schemas.microsoft.com/office/drawing/2014/main" id="{271845F1-1CD1-952F-3D86-2F6515B53838}"/>
                </a:ext>
              </a:extLst>
            </p:cNvPr>
            <p:cNvSpPr/>
            <p:nvPr/>
          </p:nvSpPr>
          <p:spPr>
            <a:xfrm>
              <a:off x="2199165" y="828775"/>
              <a:ext cx="576000" cy="432872"/>
            </a:xfrm>
            <a:prstGeom prst="rect">
              <a:avLst/>
            </a:prstGeom>
            <a:solidFill>
              <a:srgbClr val="F3E2C6"/>
            </a:solidFill>
            <a:ln w="7620">
              <a:solidFill>
                <a:srgbClr val="2F364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3" name="Rectangle 22">
              <a:extLst>
                <a:ext uri="{FF2B5EF4-FFF2-40B4-BE49-F238E27FC236}">
                  <a16:creationId xmlns:a16="http://schemas.microsoft.com/office/drawing/2014/main" id="{2AD4DFE8-6256-9975-722C-F27D46D6AC19}"/>
                </a:ext>
              </a:extLst>
            </p:cNvPr>
            <p:cNvSpPr/>
            <p:nvPr/>
          </p:nvSpPr>
          <p:spPr>
            <a:xfrm>
              <a:off x="2198819" y="827382"/>
              <a:ext cx="576000" cy="216000"/>
            </a:xfrm>
            <a:prstGeom prst="rect">
              <a:avLst/>
            </a:prstGeom>
            <a:solidFill>
              <a:srgbClr val="D7E2EC"/>
            </a:solidFill>
            <a:ln w="7620">
              <a:solidFill>
                <a:srgbClr val="2F364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65" name="グループ化 164">
            <a:extLst>
              <a:ext uri="{FF2B5EF4-FFF2-40B4-BE49-F238E27FC236}">
                <a16:creationId xmlns:a16="http://schemas.microsoft.com/office/drawing/2014/main" id="{DBA173A2-4E69-1CC0-2FF1-6FA52E66CF9D}"/>
              </a:ext>
            </a:extLst>
          </p:cNvPr>
          <p:cNvGrpSpPr/>
          <p:nvPr/>
        </p:nvGrpSpPr>
        <p:grpSpPr>
          <a:xfrm>
            <a:off x="10806109" y="18604275"/>
            <a:ext cx="2075453" cy="1725708"/>
            <a:chOff x="2198819" y="827382"/>
            <a:chExt cx="576346" cy="434265"/>
          </a:xfrm>
        </p:grpSpPr>
        <p:sp>
          <p:nvSpPr>
            <p:cNvPr id="188" name="Rectangle 23">
              <a:extLst>
                <a:ext uri="{FF2B5EF4-FFF2-40B4-BE49-F238E27FC236}">
                  <a16:creationId xmlns:a16="http://schemas.microsoft.com/office/drawing/2014/main" id="{5F903205-6F90-796C-8F81-F62BFA186E94}"/>
                </a:ext>
              </a:extLst>
            </p:cNvPr>
            <p:cNvSpPr/>
            <p:nvPr/>
          </p:nvSpPr>
          <p:spPr>
            <a:xfrm>
              <a:off x="2199165" y="937456"/>
              <a:ext cx="575654" cy="216000"/>
            </a:xfrm>
            <a:prstGeom prst="rect">
              <a:avLst/>
            </a:prstGeom>
            <a:solidFill>
              <a:srgbClr val="F3E2C6"/>
            </a:solidFill>
            <a:ln w="7620">
              <a:solidFill>
                <a:srgbClr val="2F364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9" name="Rectangle 23">
              <a:extLst>
                <a:ext uri="{FF2B5EF4-FFF2-40B4-BE49-F238E27FC236}">
                  <a16:creationId xmlns:a16="http://schemas.microsoft.com/office/drawing/2014/main" id="{EE0C506B-FA5B-6592-8DC0-2BA698FF5F43}"/>
                </a:ext>
              </a:extLst>
            </p:cNvPr>
            <p:cNvSpPr/>
            <p:nvPr/>
          </p:nvSpPr>
          <p:spPr>
            <a:xfrm>
              <a:off x="2199165" y="828775"/>
              <a:ext cx="576000" cy="432872"/>
            </a:xfrm>
            <a:prstGeom prst="rect">
              <a:avLst/>
            </a:prstGeom>
            <a:solidFill>
              <a:srgbClr val="F3E2C6"/>
            </a:solidFill>
            <a:ln w="7620">
              <a:solidFill>
                <a:srgbClr val="2F364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0" name="Rectangle 22">
              <a:extLst>
                <a:ext uri="{FF2B5EF4-FFF2-40B4-BE49-F238E27FC236}">
                  <a16:creationId xmlns:a16="http://schemas.microsoft.com/office/drawing/2014/main" id="{A55E2FC9-86F4-EBD3-067C-993205A1D569}"/>
                </a:ext>
              </a:extLst>
            </p:cNvPr>
            <p:cNvSpPr/>
            <p:nvPr/>
          </p:nvSpPr>
          <p:spPr>
            <a:xfrm>
              <a:off x="2198819" y="827382"/>
              <a:ext cx="576000" cy="216000"/>
            </a:xfrm>
            <a:prstGeom prst="rect">
              <a:avLst/>
            </a:prstGeom>
            <a:solidFill>
              <a:srgbClr val="D7E2EC"/>
            </a:solidFill>
            <a:ln w="7620">
              <a:solidFill>
                <a:srgbClr val="2F364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66" name="グループ化 165">
            <a:extLst>
              <a:ext uri="{FF2B5EF4-FFF2-40B4-BE49-F238E27FC236}">
                <a16:creationId xmlns:a16="http://schemas.microsoft.com/office/drawing/2014/main" id="{2EF314ED-D84E-F963-F9A3-4FCE2548C24E}"/>
              </a:ext>
            </a:extLst>
          </p:cNvPr>
          <p:cNvGrpSpPr/>
          <p:nvPr/>
        </p:nvGrpSpPr>
        <p:grpSpPr>
          <a:xfrm>
            <a:off x="13180557" y="18598525"/>
            <a:ext cx="3575245" cy="1732019"/>
            <a:chOff x="2198819" y="825794"/>
            <a:chExt cx="576346" cy="435853"/>
          </a:xfrm>
        </p:grpSpPr>
        <p:sp>
          <p:nvSpPr>
            <p:cNvPr id="185" name="Rectangle 23">
              <a:extLst>
                <a:ext uri="{FF2B5EF4-FFF2-40B4-BE49-F238E27FC236}">
                  <a16:creationId xmlns:a16="http://schemas.microsoft.com/office/drawing/2014/main" id="{603E952D-6683-FAB6-C8E0-3A7E11B832FF}"/>
                </a:ext>
              </a:extLst>
            </p:cNvPr>
            <p:cNvSpPr/>
            <p:nvPr/>
          </p:nvSpPr>
          <p:spPr>
            <a:xfrm>
              <a:off x="2199165" y="937456"/>
              <a:ext cx="575654" cy="216000"/>
            </a:xfrm>
            <a:prstGeom prst="rect">
              <a:avLst/>
            </a:prstGeom>
            <a:solidFill>
              <a:srgbClr val="F3E2C6"/>
            </a:solidFill>
            <a:ln w="7620">
              <a:solidFill>
                <a:srgbClr val="2F364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6" name="Rectangle 23">
              <a:extLst>
                <a:ext uri="{FF2B5EF4-FFF2-40B4-BE49-F238E27FC236}">
                  <a16:creationId xmlns:a16="http://schemas.microsoft.com/office/drawing/2014/main" id="{A988E582-D55C-2ADF-ABA4-25607A7665EC}"/>
                </a:ext>
              </a:extLst>
            </p:cNvPr>
            <p:cNvSpPr/>
            <p:nvPr/>
          </p:nvSpPr>
          <p:spPr>
            <a:xfrm>
              <a:off x="2199165" y="828775"/>
              <a:ext cx="576000" cy="432872"/>
            </a:xfrm>
            <a:prstGeom prst="rect">
              <a:avLst/>
            </a:prstGeom>
            <a:solidFill>
              <a:srgbClr val="F3E2C6"/>
            </a:solidFill>
            <a:ln w="7620">
              <a:solidFill>
                <a:srgbClr val="2F364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7" name="Rectangle 22">
              <a:extLst>
                <a:ext uri="{FF2B5EF4-FFF2-40B4-BE49-F238E27FC236}">
                  <a16:creationId xmlns:a16="http://schemas.microsoft.com/office/drawing/2014/main" id="{D18BDA5B-7496-0931-E48A-2CAE4A24F678}"/>
                </a:ext>
              </a:extLst>
            </p:cNvPr>
            <p:cNvSpPr/>
            <p:nvPr/>
          </p:nvSpPr>
          <p:spPr>
            <a:xfrm>
              <a:off x="2198819" y="825794"/>
              <a:ext cx="576000" cy="216000"/>
            </a:xfrm>
            <a:prstGeom prst="rect">
              <a:avLst/>
            </a:prstGeom>
            <a:solidFill>
              <a:srgbClr val="D7E2EC"/>
            </a:solidFill>
            <a:ln w="7620">
              <a:solidFill>
                <a:srgbClr val="2F364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67" name="グループ化 166">
            <a:extLst>
              <a:ext uri="{FF2B5EF4-FFF2-40B4-BE49-F238E27FC236}">
                <a16:creationId xmlns:a16="http://schemas.microsoft.com/office/drawing/2014/main" id="{FFA84530-D226-61C6-3BC8-000E50003ACA}"/>
              </a:ext>
            </a:extLst>
          </p:cNvPr>
          <p:cNvGrpSpPr/>
          <p:nvPr/>
        </p:nvGrpSpPr>
        <p:grpSpPr>
          <a:xfrm>
            <a:off x="17071460" y="18604836"/>
            <a:ext cx="2075453" cy="1725708"/>
            <a:chOff x="2198819" y="827382"/>
            <a:chExt cx="576346" cy="434265"/>
          </a:xfrm>
        </p:grpSpPr>
        <p:sp>
          <p:nvSpPr>
            <p:cNvPr id="182" name="Rectangle 23">
              <a:extLst>
                <a:ext uri="{FF2B5EF4-FFF2-40B4-BE49-F238E27FC236}">
                  <a16:creationId xmlns:a16="http://schemas.microsoft.com/office/drawing/2014/main" id="{68D4716B-FA73-DD5F-33E8-BCF9A489F728}"/>
                </a:ext>
              </a:extLst>
            </p:cNvPr>
            <p:cNvSpPr/>
            <p:nvPr/>
          </p:nvSpPr>
          <p:spPr>
            <a:xfrm>
              <a:off x="2199165" y="937456"/>
              <a:ext cx="575654" cy="216000"/>
            </a:xfrm>
            <a:prstGeom prst="rect">
              <a:avLst/>
            </a:prstGeom>
            <a:solidFill>
              <a:srgbClr val="F3E2C6"/>
            </a:solidFill>
            <a:ln w="7620">
              <a:solidFill>
                <a:srgbClr val="2F364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3" name="Rectangle 23">
              <a:extLst>
                <a:ext uri="{FF2B5EF4-FFF2-40B4-BE49-F238E27FC236}">
                  <a16:creationId xmlns:a16="http://schemas.microsoft.com/office/drawing/2014/main" id="{5CFE82C5-C652-43F0-7856-7A0BC4F48786}"/>
                </a:ext>
              </a:extLst>
            </p:cNvPr>
            <p:cNvSpPr/>
            <p:nvPr/>
          </p:nvSpPr>
          <p:spPr>
            <a:xfrm>
              <a:off x="2199165" y="828775"/>
              <a:ext cx="576000" cy="432872"/>
            </a:xfrm>
            <a:prstGeom prst="rect">
              <a:avLst/>
            </a:prstGeom>
            <a:solidFill>
              <a:srgbClr val="F3E2C6"/>
            </a:solidFill>
            <a:ln w="7620">
              <a:solidFill>
                <a:srgbClr val="2F364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4" name="Rectangle 22">
              <a:extLst>
                <a:ext uri="{FF2B5EF4-FFF2-40B4-BE49-F238E27FC236}">
                  <a16:creationId xmlns:a16="http://schemas.microsoft.com/office/drawing/2014/main" id="{FE09A0A5-3024-6ABF-4851-B83C6FA750CD}"/>
                </a:ext>
              </a:extLst>
            </p:cNvPr>
            <p:cNvSpPr/>
            <p:nvPr/>
          </p:nvSpPr>
          <p:spPr>
            <a:xfrm>
              <a:off x="2198819" y="827382"/>
              <a:ext cx="576000" cy="216000"/>
            </a:xfrm>
            <a:prstGeom prst="rect">
              <a:avLst/>
            </a:prstGeom>
            <a:solidFill>
              <a:srgbClr val="D7E2EC"/>
            </a:solidFill>
            <a:ln w="7620">
              <a:solidFill>
                <a:srgbClr val="2F364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68" name="グループ化 167">
            <a:extLst>
              <a:ext uri="{FF2B5EF4-FFF2-40B4-BE49-F238E27FC236}">
                <a16:creationId xmlns:a16="http://schemas.microsoft.com/office/drawing/2014/main" id="{BFF1E051-88AE-6033-141B-8A9CE5838F4F}"/>
              </a:ext>
            </a:extLst>
          </p:cNvPr>
          <p:cNvGrpSpPr/>
          <p:nvPr/>
        </p:nvGrpSpPr>
        <p:grpSpPr>
          <a:xfrm>
            <a:off x="19423707" y="18610586"/>
            <a:ext cx="2075453" cy="1725708"/>
            <a:chOff x="2198819" y="827382"/>
            <a:chExt cx="576346" cy="434265"/>
          </a:xfrm>
        </p:grpSpPr>
        <p:sp>
          <p:nvSpPr>
            <p:cNvPr id="179" name="Rectangle 23">
              <a:extLst>
                <a:ext uri="{FF2B5EF4-FFF2-40B4-BE49-F238E27FC236}">
                  <a16:creationId xmlns:a16="http://schemas.microsoft.com/office/drawing/2014/main" id="{F42BA901-D498-2AB1-6B1F-1474713E44A7}"/>
                </a:ext>
              </a:extLst>
            </p:cNvPr>
            <p:cNvSpPr/>
            <p:nvPr/>
          </p:nvSpPr>
          <p:spPr>
            <a:xfrm>
              <a:off x="2199165" y="937456"/>
              <a:ext cx="575654" cy="216000"/>
            </a:xfrm>
            <a:prstGeom prst="rect">
              <a:avLst/>
            </a:prstGeom>
            <a:solidFill>
              <a:srgbClr val="F3E2C6"/>
            </a:solidFill>
            <a:ln w="7620">
              <a:solidFill>
                <a:srgbClr val="2F364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0" name="Rectangle 23">
              <a:extLst>
                <a:ext uri="{FF2B5EF4-FFF2-40B4-BE49-F238E27FC236}">
                  <a16:creationId xmlns:a16="http://schemas.microsoft.com/office/drawing/2014/main" id="{EF688A89-EEDB-AEF8-14E8-B76A5A36B341}"/>
                </a:ext>
              </a:extLst>
            </p:cNvPr>
            <p:cNvSpPr/>
            <p:nvPr/>
          </p:nvSpPr>
          <p:spPr>
            <a:xfrm>
              <a:off x="2199165" y="828775"/>
              <a:ext cx="576000" cy="432872"/>
            </a:xfrm>
            <a:prstGeom prst="rect">
              <a:avLst/>
            </a:prstGeom>
            <a:solidFill>
              <a:srgbClr val="F3E2C6"/>
            </a:solidFill>
            <a:ln w="7620">
              <a:solidFill>
                <a:srgbClr val="2F364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1" name="Rectangle 22">
              <a:extLst>
                <a:ext uri="{FF2B5EF4-FFF2-40B4-BE49-F238E27FC236}">
                  <a16:creationId xmlns:a16="http://schemas.microsoft.com/office/drawing/2014/main" id="{561B74A0-3885-DECF-E261-6C01681E538B}"/>
                </a:ext>
              </a:extLst>
            </p:cNvPr>
            <p:cNvSpPr/>
            <p:nvPr/>
          </p:nvSpPr>
          <p:spPr>
            <a:xfrm>
              <a:off x="2198819" y="827382"/>
              <a:ext cx="576000" cy="216000"/>
            </a:xfrm>
            <a:prstGeom prst="rect">
              <a:avLst/>
            </a:prstGeom>
            <a:solidFill>
              <a:srgbClr val="D7E2EC"/>
            </a:solidFill>
            <a:ln w="7620">
              <a:solidFill>
                <a:srgbClr val="2F364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786A208B-77ED-A7B9-9F0E-BFF9E0313A3F}"/>
              </a:ext>
            </a:extLst>
          </p:cNvPr>
          <p:cNvCxnSpPr>
            <a:cxnSpLocks/>
            <a:stCxn id="192" idx="3"/>
            <a:endCxn id="189" idx="1"/>
          </p:cNvCxnSpPr>
          <p:nvPr/>
        </p:nvCxnSpPr>
        <p:spPr>
          <a:xfrm>
            <a:off x="10505864" y="19466718"/>
            <a:ext cx="301491" cy="3179"/>
          </a:xfrm>
          <a:prstGeom prst="straightConnector1">
            <a:avLst/>
          </a:prstGeom>
          <a:ln w="6350">
            <a:headEnd w="lg" len="med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直線矢印コネクタ 169">
            <a:extLst>
              <a:ext uri="{FF2B5EF4-FFF2-40B4-BE49-F238E27FC236}">
                <a16:creationId xmlns:a16="http://schemas.microsoft.com/office/drawing/2014/main" id="{CFA695B0-C85A-7E34-C0F4-B5F60B34FCDC}"/>
              </a:ext>
            </a:extLst>
          </p:cNvPr>
          <p:cNvCxnSpPr>
            <a:cxnSpLocks/>
            <a:stCxn id="189" idx="3"/>
            <a:endCxn id="186" idx="1"/>
          </p:cNvCxnSpPr>
          <p:nvPr/>
        </p:nvCxnSpPr>
        <p:spPr>
          <a:xfrm>
            <a:off x="12881562" y="19469897"/>
            <a:ext cx="301142" cy="560"/>
          </a:xfrm>
          <a:prstGeom prst="straightConnector1">
            <a:avLst/>
          </a:prstGeom>
          <a:ln w="6350">
            <a:headEnd w="lg" len="med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直線矢印コネクタ 170">
            <a:extLst>
              <a:ext uri="{FF2B5EF4-FFF2-40B4-BE49-F238E27FC236}">
                <a16:creationId xmlns:a16="http://schemas.microsoft.com/office/drawing/2014/main" id="{5D3422A0-93DE-0046-F4F5-3CB6EE7BE649}"/>
              </a:ext>
            </a:extLst>
          </p:cNvPr>
          <p:cNvCxnSpPr>
            <a:cxnSpLocks/>
            <a:stCxn id="186" idx="3"/>
            <a:endCxn id="183" idx="1"/>
          </p:cNvCxnSpPr>
          <p:nvPr/>
        </p:nvCxnSpPr>
        <p:spPr>
          <a:xfrm>
            <a:off x="16755802" y="19470457"/>
            <a:ext cx="316904" cy="0"/>
          </a:xfrm>
          <a:prstGeom prst="straightConnector1">
            <a:avLst/>
          </a:prstGeom>
          <a:ln w="6350">
            <a:headEnd w="lg" len="med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2" name="直線矢印コネクタ 171">
            <a:extLst>
              <a:ext uri="{FF2B5EF4-FFF2-40B4-BE49-F238E27FC236}">
                <a16:creationId xmlns:a16="http://schemas.microsoft.com/office/drawing/2014/main" id="{75FB9E85-A16F-288A-D17B-B0229B726EDC}"/>
              </a:ext>
            </a:extLst>
          </p:cNvPr>
          <p:cNvCxnSpPr>
            <a:cxnSpLocks/>
            <a:stCxn id="183" idx="3"/>
            <a:endCxn id="180" idx="1"/>
          </p:cNvCxnSpPr>
          <p:nvPr/>
        </p:nvCxnSpPr>
        <p:spPr>
          <a:xfrm>
            <a:off x="19146913" y="19470457"/>
            <a:ext cx="278041" cy="5750"/>
          </a:xfrm>
          <a:prstGeom prst="straightConnector1">
            <a:avLst/>
          </a:prstGeom>
          <a:ln w="6350">
            <a:headEnd w="lg" len="med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3" name="直線矢印コネクタ 172">
            <a:extLst>
              <a:ext uri="{FF2B5EF4-FFF2-40B4-BE49-F238E27FC236}">
                <a16:creationId xmlns:a16="http://schemas.microsoft.com/office/drawing/2014/main" id="{4BC601CE-475F-F0C4-4980-2C6C9D1F97EA}"/>
              </a:ext>
            </a:extLst>
          </p:cNvPr>
          <p:cNvCxnSpPr>
            <a:cxnSpLocks/>
            <a:stCxn id="180" idx="3"/>
            <a:endCxn id="152" idx="1"/>
          </p:cNvCxnSpPr>
          <p:nvPr/>
        </p:nvCxnSpPr>
        <p:spPr>
          <a:xfrm flipV="1">
            <a:off x="21499160" y="19471685"/>
            <a:ext cx="314412" cy="4522"/>
          </a:xfrm>
          <a:prstGeom prst="straightConnector1">
            <a:avLst/>
          </a:prstGeom>
          <a:ln w="6350">
            <a:headEnd w="lg" len="med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4" name="TextBox 24">
            <a:extLst>
              <a:ext uri="{FF2B5EF4-FFF2-40B4-BE49-F238E27FC236}">
                <a16:creationId xmlns:a16="http://schemas.microsoft.com/office/drawing/2014/main" id="{12268E7A-4353-BB2E-1F47-B092F023CB3A}"/>
              </a:ext>
            </a:extLst>
          </p:cNvPr>
          <p:cNvSpPr txBox="1"/>
          <p:nvPr/>
        </p:nvSpPr>
        <p:spPr>
          <a:xfrm>
            <a:off x="8440469" y="18632796"/>
            <a:ext cx="2107394" cy="1734605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PE2–PE3</a:t>
            </a:r>
            <a:endParaRPr lang="en-US" sz="2400" b="1" dirty="0">
              <a:solidFill>
                <a:srgbClr val="2F36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ja-JP" sz="2400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 0</a:t>
            </a:r>
          </a:p>
          <a:p>
            <a:pPr algn="ctr"/>
            <a:r>
              <a:rPr lang="en-US" altLang="ja-JP" sz="2400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 × </a:t>
            </a:r>
            <a:r>
              <a:rPr lang="en-US" altLang="ja-JP" sz="2400" dirty="0" err="1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coeff</a:t>
            </a:r>
            <a:r>
              <a:rPr lang="en-US" altLang="ja-JP" sz="2400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/>
            <a:r>
              <a:rPr lang="en-US" altLang="ja-JP" sz="2400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accumulate</a:t>
            </a:r>
          </a:p>
        </p:txBody>
      </p:sp>
      <p:sp>
        <p:nvSpPr>
          <p:cNvPr id="175" name="TextBox 30">
            <a:extLst>
              <a:ext uri="{FF2B5EF4-FFF2-40B4-BE49-F238E27FC236}">
                <a16:creationId xmlns:a16="http://schemas.microsoft.com/office/drawing/2014/main" id="{DF22C71F-7E90-AC47-AEE9-63AFFA347AAC}"/>
              </a:ext>
            </a:extLst>
          </p:cNvPr>
          <p:cNvSpPr txBox="1"/>
          <p:nvPr/>
        </p:nvSpPr>
        <p:spPr>
          <a:xfrm>
            <a:off x="10774167" y="18632796"/>
            <a:ext cx="2107394" cy="1734605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PE4–PE5</a:t>
            </a:r>
            <a:endParaRPr lang="en-US" sz="2400" b="1" dirty="0">
              <a:solidFill>
                <a:srgbClr val="2F36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ja-JP" sz="2400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 1</a:t>
            </a:r>
          </a:p>
          <a:p>
            <a:pPr algn="ctr"/>
            <a:r>
              <a:rPr lang="en-US" altLang="ja-JP" sz="2400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 × </a:t>
            </a:r>
            <a:r>
              <a:rPr lang="en-US" altLang="ja-JP" sz="2400" dirty="0" err="1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coeff</a:t>
            </a:r>
            <a:r>
              <a:rPr lang="en-US" altLang="ja-JP" sz="2400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/>
            <a:r>
              <a:rPr lang="en-US" altLang="ja-JP" sz="2400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accumulate</a:t>
            </a:r>
          </a:p>
        </p:txBody>
      </p:sp>
      <p:sp>
        <p:nvSpPr>
          <p:cNvPr id="176" name="TextBox 36">
            <a:extLst>
              <a:ext uri="{FF2B5EF4-FFF2-40B4-BE49-F238E27FC236}">
                <a16:creationId xmlns:a16="http://schemas.microsoft.com/office/drawing/2014/main" id="{A9530914-9A4F-FA19-9FBB-C833E46ED0A2}"/>
              </a:ext>
            </a:extLst>
          </p:cNvPr>
          <p:cNvSpPr txBox="1"/>
          <p:nvPr/>
        </p:nvSpPr>
        <p:spPr>
          <a:xfrm>
            <a:off x="13377971" y="18632796"/>
            <a:ext cx="3190361" cy="1734605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PE6–PE27</a:t>
            </a:r>
            <a:endParaRPr lang="en-US" sz="2400" b="1" dirty="0">
              <a:solidFill>
                <a:srgbClr val="2F36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ja-JP" sz="2400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terms 2–12</a:t>
            </a:r>
          </a:p>
          <a:p>
            <a:pPr algn="ctr"/>
            <a:r>
              <a:rPr lang="en-US" altLang="ja-JP" sz="2400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 × </a:t>
            </a:r>
            <a:r>
              <a:rPr lang="en-US" altLang="ja-JP" sz="2400" dirty="0" err="1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coeff</a:t>
            </a:r>
            <a:r>
              <a:rPr lang="en-US" altLang="ja-JP" sz="2400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/>
            <a:r>
              <a:rPr lang="en-US" altLang="ja-JP" sz="2400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accumulate</a:t>
            </a:r>
          </a:p>
        </p:txBody>
      </p:sp>
      <p:sp>
        <p:nvSpPr>
          <p:cNvPr id="177" name="TextBox 42">
            <a:extLst>
              <a:ext uri="{FF2B5EF4-FFF2-40B4-BE49-F238E27FC236}">
                <a16:creationId xmlns:a16="http://schemas.microsoft.com/office/drawing/2014/main" id="{450404A3-39B6-EB92-53D9-16719FB4C5CB}"/>
              </a:ext>
            </a:extLst>
          </p:cNvPr>
          <p:cNvSpPr txBox="1"/>
          <p:nvPr/>
        </p:nvSpPr>
        <p:spPr>
          <a:xfrm>
            <a:off x="17040451" y="18632796"/>
            <a:ext cx="2107394" cy="1734605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PE28–PE29</a:t>
            </a:r>
            <a:endParaRPr lang="en-US" sz="2400" b="1" dirty="0">
              <a:solidFill>
                <a:srgbClr val="2F36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ja-JP" sz="2400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 13</a:t>
            </a:r>
          </a:p>
          <a:p>
            <a:pPr algn="ctr"/>
            <a:r>
              <a:rPr lang="en-US" altLang="ja-JP" sz="2400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 × </a:t>
            </a:r>
            <a:r>
              <a:rPr lang="en-US" altLang="ja-JP" sz="2400" dirty="0" err="1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coeff</a:t>
            </a:r>
            <a:r>
              <a:rPr lang="en-US" altLang="ja-JP" sz="2400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/>
            <a:r>
              <a:rPr lang="en-US" altLang="ja-JP" sz="2400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accumulate</a:t>
            </a:r>
          </a:p>
        </p:txBody>
      </p:sp>
      <p:sp>
        <p:nvSpPr>
          <p:cNvPr id="178" name="TextBox 48">
            <a:extLst>
              <a:ext uri="{FF2B5EF4-FFF2-40B4-BE49-F238E27FC236}">
                <a16:creationId xmlns:a16="http://schemas.microsoft.com/office/drawing/2014/main" id="{48850FFA-B688-4597-EAAF-E9F36F23A128}"/>
              </a:ext>
            </a:extLst>
          </p:cNvPr>
          <p:cNvSpPr txBox="1"/>
          <p:nvPr/>
        </p:nvSpPr>
        <p:spPr>
          <a:xfrm>
            <a:off x="19454806" y="18632796"/>
            <a:ext cx="2107394" cy="1734605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PE30–PE31</a:t>
            </a:r>
            <a:endParaRPr lang="en-US" sz="2400" b="1" dirty="0">
              <a:solidFill>
                <a:srgbClr val="2F36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ja-JP" sz="2400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 14</a:t>
            </a:r>
          </a:p>
          <a:p>
            <a:pPr algn="ctr"/>
            <a:r>
              <a:rPr lang="en-US" altLang="ja-JP" sz="2400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 × </a:t>
            </a:r>
            <a:r>
              <a:rPr lang="en-US" altLang="ja-JP" sz="2400" dirty="0" err="1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coeff</a:t>
            </a:r>
            <a:r>
              <a:rPr lang="en-US" altLang="ja-JP" sz="2400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/>
            <a:r>
              <a:rPr lang="en-US" altLang="ja-JP" sz="2400" dirty="0">
                <a:solidFill>
                  <a:srgbClr val="2F36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accumulate</a:t>
            </a:r>
          </a:p>
        </p:txBody>
      </p:sp>
      <p:sp>
        <p:nvSpPr>
          <p:cNvPr id="8" name="Rectangle 33">
            <a:extLst>
              <a:ext uri="{FF2B5EF4-FFF2-40B4-BE49-F238E27FC236}">
                <a16:creationId xmlns:a16="http://schemas.microsoft.com/office/drawing/2014/main" id="{FC9A5155-A30D-B60F-4F22-3045A62ABA19}"/>
              </a:ext>
            </a:extLst>
          </p:cNvPr>
          <p:cNvSpPr/>
          <p:nvPr/>
        </p:nvSpPr>
        <p:spPr>
          <a:xfrm>
            <a:off x="15396489" y="16036544"/>
            <a:ext cx="13759762" cy="602662"/>
          </a:xfrm>
          <a:prstGeom prst="rect">
            <a:avLst/>
          </a:prstGeom>
          <a:solidFill>
            <a:srgbClr val="EA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2" name="テキスト ボックス 201">
            <a:extLst>
              <a:ext uri="{FF2B5EF4-FFF2-40B4-BE49-F238E27FC236}">
                <a16:creationId xmlns:a16="http://schemas.microsoft.com/office/drawing/2014/main" id="{8BBCDA43-F658-0209-9BC0-ABB905E55428}"/>
              </a:ext>
            </a:extLst>
          </p:cNvPr>
          <p:cNvSpPr txBox="1"/>
          <p:nvPr/>
        </p:nvSpPr>
        <p:spPr>
          <a:xfrm>
            <a:off x="902920" y="15240511"/>
            <a:ext cx="16626323" cy="580249"/>
          </a:xfrm>
          <a:prstGeom prst="rect">
            <a:avLst/>
          </a:prstGeom>
          <a:noFill/>
        </p:spPr>
        <p:txBody>
          <a:bodyPr wrap="square" lIns="109728" tIns="27432" rIns="109728" bIns="27432">
            <a:noAutofit/>
          </a:bodyPr>
          <a:lstStyle/>
          <a:p>
            <a:pPr marL="0" marR="0" indent="0" algn="l">
              <a:lnSpc>
                <a:spcPct val="100000"/>
              </a:lnSpc>
              <a:spcBef>
                <a:spcPts val="750"/>
              </a:spcBef>
              <a:spcAft>
                <a:spcPts val="100"/>
              </a:spcAft>
              <a:buNone/>
              <a:defRPr sz="2300">
                <a:solidFill>
                  <a:srgbClr val="222222"/>
                </a:solidFill>
                <a:latin typeface="Arial"/>
              </a:defRPr>
            </a:pPr>
            <a:r>
              <a:rPr sz="3600" dirty="0">
                <a:solidFill>
                  <a:srgbClr val="222222"/>
                </a:solidFill>
                <a:latin typeface="Arial"/>
              </a:rPr>
              <a:t>DPD digitally compensates for nonlinear distortion in RF power amplifiers (PAs)</a:t>
            </a:r>
            <a:r>
              <a:rPr lang="en-US" sz="3600" dirty="0">
                <a:solidFill>
                  <a:srgbClr val="222222"/>
                </a:solidFill>
                <a:latin typeface="Arial"/>
              </a:rPr>
              <a:t>. </a:t>
            </a:r>
          </a:p>
          <a:p>
            <a:pPr marL="0" marR="0" indent="0" algn="l">
              <a:lnSpc>
                <a:spcPct val="100000"/>
              </a:lnSpc>
              <a:spcBef>
                <a:spcPts val="750"/>
              </a:spcBef>
              <a:spcAft>
                <a:spcPts val="100"/>
              </a:spcAft>
              <a:buNone/>
              <a:defRPr sz="2300">
                <a:solidFill>
                  <a:srgbClr val="222222"/>
                </a:solidFill>
                <a:latin typeface="Arial"/>
              </a:defRPr>
            </a:pPr>
            <a:r>
              <a:rPr lang="en-US" sz="3600" dirty="0">
                <a:solidFill>
                  <a:srgbClr val="222222"/>
                </a:solidFill>
                <a:latin typeface="Arial"/>
              </a:rPr>
              <a:t>We target a memory-polynomial computation kernel.</a:t>
            </a:r>
            <a:endParaRPr sz="3600" dirty="0">
              <a:solidFill>
                <a:srgbClr val="222222"/>
              </a:solidFill>
              <a:latin typeface="Arial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9D09A56-9FF0-A80A-1F7B-C45EA5646108}"/>
              </a:ext>
            </a:extLst>
          </p:cNvPr>
          <p:cNvSpPr txBox="1"/>
          <p:nvPr/>
        </p:nvSpPr>
        <p:spPr>
          <a:xfrm>
            <a:off x="15787280" y="16013429"/>
            <a:ext cx="13368971" cy="66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Aft>
                <a:spcPts val="100"/>
              </a:spcAft>
              <a:buNone/>
              <a:defRPr sz="2700">
                <a:solidFill>
                  <a:srgbClr val="222222"/>
                </a:solidFill>
                <a:latin typeface="Arial"/>
              </a:defRPr>
            </a:pPr>
            <a:r>
              <a:rPr lang="en-US" altLang="ja-JP" sz="3600" dirty="0">
                <a:solidFill>
                  <a:srgbClr val="222222"/>
                </a:solidFill>
                <a:latin typeface="Cambria Math"/>
              </a:rPr>
              <a:t>y[n] = ∑ ∑ </a:t>
            </a:r>
            <a:r>
              <a:rPr lang="en-US" altLang="ja-JP" sz="3600" dirty="0">
                <a:solidFill>
                  <a:schemeClr val="tx2"/>
                </a:solidFill>
                <a:latin typeface="Cambria Math"/>
              </a:rPr>
              <a:t>aₚ,ₘ</a:t>
            </a:r>
            <a:r>
              <a:rPr lang="en-US" altLang="ja-JP" sz="3600" dirty="0">
                <a:solidFill>
                  <a:srgbClr val="222222"/>
                </a:solidFill>
                <a:latin typeface="Cambria Math"/>
              </a:rPr>
              <a:t> · </a:t>
            </a:r>
            <a:r>
              <a:rPr lang="en-US" altLang="ja-JP" sz="3600" dirty="0">
                <a:solidFill>
                  <a:schemeClr val="accent2"/>
                </a:solidFill>
                <a:latin typeface="Cambria Math"/>
              </a:rPr>
              <a:t>x[n−m] |x[n−m]|ᵖ⁻¹ </a:t>
            </a:r>
            <a:r>
              <a:rPr lang="en-US" altLang="ja-JP" sz="3600" dirty="0">
                <a:solidFill>
                  <a:srgbClr val="222222"/>
                </a:solidFill>
                <a:latin typeface="Cambria Math"/>
              </a:rPr>
              <a:t>    (m = 0,…,4,  p ∈ {1,3,5})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2CDC4751-ECA8-1863-F542-89DFED809937}"/>
              </a:ext>
            </a:extLst>
          </p:cNvPr>
          <p:cNvSpPr txBox="1"/>
          <p:nvPr/>
        </p:nvSpPr>
        <p:spPr>
          <a:xfrm>
            <a:off x="20084771" y="15447946"/>
            <a:ext cx="28287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Aft>
                <a:spcPts val="100"/>
              </a:spcAft>
              <a:buNone/>
              <a:defRPr sz="2300">
                <a:solidFill>
                  <a:srgbClr val="222222"/>
                </a:solidFill>
                <a:latin typeface="Arial"/>
              </a:defRPr>
            </a:pPr>
            <a:r>
              <a:rPr lang="en-US" altLang="ja-JP" sz="3200" b="1" dirty="0">
                <a:solidFill>
                  <a:schemeClr val="accent2"/>
                </a:solidFill>
                <a:latin typeface="Arial"/>
              </a:rPr>
              <a:t>Basis term  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D8CF1773-256F-C649-AD9F-B86F5C905A7E}"/>
              </a:ext>
            </a:extLst>
          </p:cNvPr>
          <p:cNvSpPr txBox="1"/>
          <p:nvPr/>
        </p:nvSpPr>
        <p:spPr>
          <a:xfrm>
            <a:off x="17529243" y="16657110"/>
            <a:ext cx="53521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200" b="1" dirty="0">
                <a:solidFill>
                  <a:schemeClr val="tx2"/>
                </a:solidFill>
                <a:latin typeface="Arial"/>
              </a:rPr>
              <a:t>Coefficient </a:t>
            </a:r>
            <a:endParaRPr lang="ja-JP" altLang="en-US" dirty="0"/>
          </a:p>
        </p:txBody>
      </p:sp>
      <p:sp>
        <p:nvSpPr>
          <p:cNvPr id="48" name="Rectangle 9">
            <a:extLst>
              <a:ext uri="{FF2B5EF4-FFF2-40B4-BE49-F238E27FC236}">
                <a16:creationId xmlns:a16="http://schemas.microsoft.com/office/drawing/2014/main" id="{E51E1306-CCEF-E97A-AA54-87F9D6C56681}"/>
              </a:ext>
            </a:extLst>
          </p:cNvPr>
          <p:cNvSpPr/>
          <p:nvPr/>
        </p:nvSpPr>
        <p:spPr>
          <a:xfrm>
            <a:off x="14996418" y="21564020"/>
            <a:ext cx="14152734" cy="287729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80985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380985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380985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380985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380985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380985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380985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380985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380985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200" b="1" dirty="0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EC91D62D-A430-B8C9-FDD6-2601C9CE14BD}"/>
              </a:ext>
            </a:extLst>
          </p:cNvPr>
          <p:cNvSpPr txBox="1"/>
          <p:nvPr/>
        </p:nvSpPr>
        <p:spPr>
          <a:xfrm>
            <a:off x="15070825" y="22994233"/>
            <a:ext cx="1385702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  <a:defRPr sz="2300">
                <a:solidFill>
                  <a:srgbClr val="222222"/>
                </a:solidFill>
                <a:latin typeface="Arial"/>
              </a:defRPr>
            </a:pPr>
            <a:r>
              <a:rPr lang="en-US" altLang="ja-JP" sz="4000" b="1" dirty="0">
                <a:solidFill>
                  <a:schemeClr val="tx2"/>
                </a:solidFill>
                <a:latin typeface="Arial"/>
              </a:rPr>
              <a:t>Coefficient : </a:t>
            </a:r>
            <a:r>
              <a:rPr lang="en-US" altLang="ja-JP" sz="4000" dirty="0">
                <a:solidFill>
                  <a:srgbClr val="222222"/>
                </a:solidFill>
                <a:latin typeface="Arial"/>
              </a:rPr>
              <a:t>Fixed complex DPD coefficients. 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  <a:defRPr sz="2300">
                <a:solidFill>
                  <a:srgbClr val="222222"/>
                </a:solidFill>
                <a:latin typeface="Arial"/>
              </a:defRPr>
            </a:pPr>
            <a:r>
              <a:rPr lang="en-US" altLang="ja-JP" sz="4000" dirty="0">
                <a:solidFill>
                  <a:srgbClr val="222222"/>
                </a:solidFill>
                <a:latin typeface="Arial"/>
              </a:rPr>
              <a:t>All 15 coefficients remain in LMM for reuse during execution. 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0D2C63D-FEEA-D9F2-8F0D-A5B55A2CBAC8}"/>
              </a:ext>
            </a:extLst>
          </p:cNvPr>
          <p:cNvSpPr txBox="1"/>
          <p:nvPr/>
        </p:nvSpPr>
        <p:spPr>
          <a:xfrm>
            <a:off x="15107849" y="21590621"/>
            <a:ext cx="1269038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Aft>
                <a:spcPts val="100"/>
              </a:spcAft>
              <a:buNone/>
              <a:defRPr sz="2300">
                <a:solidFill>
                  <a:srgbClr val="222222"/>
                </a:solidFill>
                <a:latin typeface="Arial"/>
              </a:defRPr>
            </a:pPr>
            <a:r>
              <a:rPr lang="en-US" altLang="ja-JP" sz="4000" b="1" dirty="0">
                <a:solidFill>
                  <a:schemeClr val="accent2"/>
                </a:solidFill>
                <a:latin typeface="Arial"/>
              </a:rPr>
              <a:t>Basis term : </a:t>
            </a:r>
            <a:r>
              <a:rPr lang="en-US" altLang="ja-JP" sz="4000" dirty="0">
                <a:solidFill>
                  <a:srgbClr val="222222"/>
                </a:solidFill>
                <a:latin typeface="Arial"/>
              </a:rPr>
              <a:t>Input transformed for order p and delay m, expanded on the host before transfer to IMAX.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EDB7EC1-BBFC-216B-5D52-BC66E923A6E8}"/>
              </a:ext>
            </a:extLst>
          </p:cNvPr>
          <p:cNvSpPr/>
          <p:nvPr/>
        </p:nvSpPr>
        <p:spPr>
          <a:xfrm>
            <a:off x="735189" y="21525588"/>
            <a:ext cx="13814825" cy="8233351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B892C0A5-D1B7-4F4A-49E0-4927FCD4103F}"/>
              </a:ext>
            </a:extLst>
          </p:cNvPr>
          <p:cNvSpPr txBox="1"/>
          <p:nvPr/>
        </p:nvSpPr>
        <p:spPr>
          <a:xfrm>
            <a:off x="902756" y="23675102"/>
            <a:ext cx="16065500" cy="1944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>
              <a:lnSpc>
                <a:spcPct val="100000"/>
              </a:lnSpc>
              <a:spcAft>
                <a:spcPts val="500"/>
              </a:spcAft>
              <a:buNone/>
              <a:defRPr sz="2700">
                <a:solidFill>
                  <a:srgbClr val="222222"/>
                </a:solidFill>
                <a:latin typeface="Arial"/>
              </a:defRPr>
            </a:pPr>
            <a:r>
              <a:rPr lang="en-US" altLang="ja-JP" sz="4000" b="1" dirty="0">
                <a:solidFill>
                  <a:srgbClr val="124D3B"/>
                </a:solidFill>
                <a:latin typeface="Arial"/>
              </a:rPr>
              <a:t>2. PE0–PE1  Input preparation</a:t>
            </a:r>
            <a:r>
              <a:rPr lang="en-US" altLang="ja-JP" sz="3600" b="1" dirty="0">
                <a:solidFill>
                  <a:srgbClr val="124D3B"/>
                </a:solidFill>
                <a:latin typeface="Arial"/>
              </a:rPr>
              <a:t>
  </a:t>
            </a:r>
            <a:r>
              <a:rPr lang="en-US" altLang="ja-JP" sz="3600" dirty="0">
                <a:solidFill>
                  <a:srgbClr val="222222"/>
                </a:solidFill>
                <a:latin typeface="Arial"/>
              </a:rPr>
              <a:t>PE0 advances the per-pair basis offset. </a:t>
            </a:r>
          </a:p>
          <a:p>
            <a:pPr marL="0" indent="0">
              <a:lnSpc>
                <a:spcPct val="100000"/>
              </a:lnSpc>
              <a:spcAft>
                <a:spcPts val="500"/>
              </a:spcAft>
              <a:buNone/>
              <a:defRPr sz="2700">
                <a:solidFill>
                  <a:srgbClr val="222222"/>
                </a:solidFill>
                <a:latin typeface="Arial"/>
              </a:defRPr>
            </a:pPr>
            <a:r>
              <a:rPr lang="en-US" altLang="ja-JP" sz="3600" dirty="0">
                <a:solidFill>
                  <a:srgbClr val="222222"/>
                </a:solidFill>
                <a:latin typeface="Arial"/>
              </a:rPr>
              <a:t>  PE1 issues term loads and supplies local state and coefficients.</a:t>
            </a: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33B18E6B-90BE-EFB7-912B-18E4B05A2043}"/>
              </a:ext>
            </a:extLst>
          </p:cNvPr>
          <p:cNvSpPr txBox="1"/>
          <p:nvPr/>
        </p:nvSpPr>
        <p:spPr>
          <a:xfrm>
            <a:off x="893362" y="25030195"/>
            <a:ext cx="13578156" cy="2562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Aft>
                <a:spcPts val="500"/>
              </a:spcAft>
              <a:buNone/>
              <a:defRPr sz="2700">
                <a:solidFill>
                  <a:srgbClr val="222222"/>
                </a:solidFill>
                <a:latin typeface="Arial"/>
              </a:defRPr>
            </a:pPr>
            <a:endParaRPr lang="en-US" altLang="ja-JP" sz="3600" dirty="0">
              <a:solidFill>
                <a:srgbClr val="222222"/>
              </a:solidFill>
              <a:latin typeface="Arial"/>
            </a:endParaRPr>
          </a:p>
          <a:p>
            <a:pPr marL="0" indent="0">
              <a:lnSpc>
                <a:spcPct val="100000"/>
              </a:lnSpc>
              <a:spcAft>
                <a:spcPts val="500"/>
              </a:spcAft>
              <a:buNone/>
              <a:defRPr sz="2700">
                <a:solidFill>
                  <a:srgbClr val="222222"/>
                </a:solidFill>
                <a:latin typeface="Arial"/>
              </a:defRPr>
            </a:pPr>
            <a:r>
              <a:rPr lang="en-US" altLang="ja-JP" sz="4000" b="1" dirty="0">
                <a:solidFill>
                  <a:srgbClr val="124D3B"/>
                </a:solidFill>
                <a:latin typeface="Arial"/>
              </a:rPr>
              <a:t>3. PE2–PE31  Complex- MAC reduction</a:t>
            </a:r>
            <a:r>
              <a:rPr lang="en-US" altLang="ja-JP" sz="3600" b="1" dirty="0">
                <a:solidFill>
                  <a:srgbClr val="124D3B"/>
                </a:solidFill>
                <a:latin typeface="Arial"/>
              </a:rPr>
              <a:t>
  </a:t>
            </a:r>
            <a:r>
              <a:rPr lang="en-US" altLang="ja-JP" sz="3600" dirty="0">
                <a:solidFill>
                  <a:srgbClr val="222222"/>
                </a:solidFill>
                <a:latin typeface="Arial"/>
              </a:rPr>
              <a:t>Two PEs process each of the 15 terms. </a:t>
            </a:r>
          </a:p>
          <a:p>
            <a:pPr marL="0" indent="0">
              <a:lnSpc>
                <a:spcPct val="100000"/>
              </a:lnSpc>
              <a:spcAft>
                <a:spcPts val="500"/>
              </a:spcAft>
              <a:buNone/>
              <a:defRPr sz="2700">
                <a:solidFill>
                  <a:srgbClr val="222222"/>
                </a:solidFill>
                <a:latin typeface="Arial"/>
              </a:defRPr>
            </a:pPr>
            <a:r>
              <a:rPr lang="en-US" altLang="ja-JP" sz="3600" dirty="0">
                <a:solidFill>
                  <a:srgbClr val="222222"/>
                </a:solidFill>
                <a:latin typeface="Arial"/>
              </a:rPr>
              <a:t>  Basis values are multiplied by coefficients and </a:t>
            </a:r>
            <a:r>
              <a:rPr lang="en-US" altLang="ja-JP" sz="3600" dirty="0">
                <a:solidFill>
                  <a:schemeClr val="accent2"/>
                </a:solidFill>
                <a:latin typeface="Arial"/>
              </a:rPr>
              <a:t>accumulated</a:t>
            </a:r>
            <a:r>
              <a:rPr lang="en-US" altLang="ja-JP" sz="3600" dirty="0">
                <a:solidFill>
                  <a:srgbClr val="222222"/>
                </a:solidFill>
                <a:latin typeface="Arial"/>
              </a:rPr>
              <a:t>. 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5D9ABA75-FF70-54CF-F8CD-F6FB8830CBDC}"/>
              </a:ext>
            </a:extLst>
          </p:cNvPr>
          <p:cNvSpPr txBox="1"/>
          <p:nvPr/>
        </p:nvSpPr>
        <p:spPr>
          <a:xfrm>
            <a:off x="893362" y="27619028"/>
            <a:ext cx="13737345" cy="1944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Aft>
                <a:spcPts val="500"/>
              </a:spcAft>
              <a:buNone/>
              <a:defRPr sz="2700">
                <a:solidFill>
                  <a:srgbClr val="222222"/>
                </a:solidFill>
                <a:latin typeface="Arial"/>
              </a:defRPr>
            </a:pPr>
            <a:r>
              <a:rPr lang="en-US" altLang="ja-JP" sz="4000" b="1" dirty="0">
                <a:solidFill>
                  <a:srgbClr val="124D3B"/>
                </a:solidFill>
                <a:latin typeface="Arial"/>
              </a:rPr>
              <a:t>4. PE32  Output store</a:t>
            </a:r>
            <a:r>
              <a:rPr lang="en-US" altLang="ja-JP" sz="3600" b="1" dirty="0">
                <a:solidFill>
                  <a:srgbClr val="124D3B"/>
                </a:solidFill>
                <a:latin typeface="Arial"/>
              </a:rPr>
              <a:t>
  </a:t>
            </a:r>
            <a:r>
              <a:rPr lang="en-US" altLang="ja-JP" sz="3600" dirty="0">
                <a:solidFill>
                  <a:srgbClr val="222222"/>
                </a:solidFill>
                <a:latin typeface="Arial"/>
              </a:rPr>
              <a:t>PE32 stores the accumulated complex output. </a:t>
            </a:r>
          </a:p>
          <a:p>
            <a:pPr marL="0" indent="0">
              <a:lnSpc>
                <a:spcPct val="100000"/>
              </a:lnSpc>
              <a:spcAft>
                <a:spcPts val="500"/>
              </a:spcAft>
              <a:buNone/>
              <a:defRPr sz="2700">
                <a:solidFill>
                  <a:srgbClr val="222222"/>
                </a:solidFill>
                <a:latin typeface="Arial"/>
              </a:defRPr>
            </a:pPr>
            <a:r>
              <a:rPr lang="en-US" altLang="ja-JP" sz="3600" dirty="0">
                <a:solidFill>
                  <a:srgbClr val="222222"/>
                </a:solidFill>
                <a:latin typeface="Arial"/>
              </a:rPr>
              <a:t>  The mapping uses 15 × 2 + 3 = </a:t>
            </a:r>
            <a:r>
              <a:rPr lang="en-US" altLang="ja-JP" sz="3600" dirty="0">
                <a:solidFill>
                  <a:schemeClr val="accent2"/>
                </a:solidFill>
                <a:latin typeface="Arial"/>
              </a:rPr>
              <a:t>33 stages </a:t>
            </a:r>
            <a:r>
              <a:rPr lang="en-US" altLang="ja-JP" sz="3600" dirty="0">
                <a:solidFill>
                  <a:srgbClr val="222222"/>
                </a:solidFill>
                <a:latin typeface="Arial"/>
              </a:rPr>
              <a:t>of the 64 - PE array.</a:t>
            </a:r>
            <a:endParaRPr lang="ja-JP" altLang="en-US" sz="2700" dirty="0"/>
          </a:p>
        </p:txBody>
      </p:sp>
      <p:sp>
        <p:nvSpPr>
          <p:cNvPr id="200" name="テキスト ボックス 199">
            <a:extLst>
              <a:ext uri="{FF2B5EF4-FFF2-40B4-BE49-F238E27FC236}">
                <a16:creationId xmlns:a16="http://schemas.microsoft.com/office/drawing/2014/main" id="{BC9CA564-DF2A-6DB3-C13E-E815DFD19FD8}"/>
              </a:ext>
            </a:extLst>
          </p:cNvPr>
          <p:cNvSpPr txBox="1"/>
          <p:nvPr/>
        </p:nvSpPr>
        <p:spPr>
          <a:xfrm>
            <a:off x="893362" y="21632510"/>
            <a:ext cx="13967093" cy="2026865"/>
          </a:xfrm>
          <a:prstGeom prst="rect">
            <a:avLst/>
          </a:prstGeom>
          <a:noFill/>
        </p:spPr>
        <p:txBody>
          <a:bodyPr wrap="square" lIns="109728" tIns="27432" rIns="109728" bIns="27432">
            <a:noAutofit/>
          </a:bodyPr>
          <a:lstStyle/>
          <a:p>
            <a:pPr lvl="0" algn="l">
              <a:lnSpc>
                <a:spcPct val="100000"/>
              </a:lnSpc>
              <a:spcAft>
                <a:spcPts val="500"/>
              </a:spcAft>
              <a:defRPr sz="2700">
                <a:solidFill>
                  <a:srgbClr val="222222"/>
                </a:solidFill>
                <a:latin typeface="Arial"/>
              </a:defRPr>
            </a:pPr>
            <a:r>
              <a:rPr lang="en-US" sz="4000" b="1" dirty="0">
                <a:solidFill>
                  <a:srgbClr val="124D3B"/>
                </a:solidFill>
                <a:latin typeface="Arial"/>
              </a:rPr>
              <a:t>1. </a:t>
            </a:r>
            <a:r>
              <a:rPr sz="4000" b="1" dirty="0">
                <a:solidFill>
                  <a:srgbClr val="124D3B"/>
                </a:solidFill>
                <a:latin typeface="Arial"/>
              </a:rPr>
              <a:t>Host preparation</a:t>
            </a:r>
            <a:endParaRPr lang="en-US" sz="3600" b="1" dirty="0">
              <a:solidFill>
                <a:srgbClr val="124D3B"/>
              </a:solidFill>
              <a:latin typeface="Arial"/>
            </a:endParaRPr>
          </a:p>
          <a:p>
            <a:pPr lvl="0" algn="l">
              <a:lnSpc>
                <a:spcPct val="100000"/>
              </a:lnSpc>
              <a:spcAft>
                <a:spcPts val="500"/>
              </a:spcAft>
              <a:defRPr sz="2700">
                <a:solidFill>
                  <a:srgbClr val="222222"/>
                </a:solidFill>
                <a:latin typeface="Arial"/>
              </a:defRPr>
            </a:pPr>
            <a:r>
              <a:rPr lang="en-US" sz="3600" dirty="0">
                <a:solidFill>
                  <a:srgbClr val="222222"/>
                </a:solidFill>
                <a:latin typeface="Arial"/>
              </a:rPr>
              <a:t>  </a:t>
            </a:r>
            <a:r>
              <a:rPr sz="3600" dirty="0">
                <a:solidFill>
                  <a:srgbClr val="222222"/>
                </a:solidFill>
                <a:latin typeface="Arial"/>
              </a:rPr>
              <a:t>The host expands </a:t>
            </a:r>
            <a:r>
              <a:rPr sz="3600" dirty="0">
                <a:solidFill>
                  <a:schemeClr val="accent2"/>
                </a:solidFill>
                <a:latin typeface="Arial"/>
              </a:rPr>
              <a:t>15 basis terms </a:t>
            </a:r>
            <a:r>
              <a:rPr sz="3600" dirty="0">
                <a:solidFill>
                  <a:srgbClr val="222222"/>
                </a:solidFill>
                <a:latin typeface="Arial"/>
              </a:rPr>
              <a:t>per sample. </a:t>
            </a:r>
            <a:r>
              <a:rPr lang="en-US" sz="3600" dirty="0">
                <a:solidFill>
                  <a:srgbClr val="222222"/>
                </a:solidFill>
                <a:latin typeface="Arial"/>
              </a:rPr>
              <a:t> </a:t>
            </a:r>
          </a:p>
          <a:p>
            <a:pPr lvl="0" algn="l">
              <a:lnSpc>
                <a:spcPct val="100000"/>
              </a:lnSpc>
              <a:spcAft>
                <a:spcPts val="500"/>
              </a:spcAft>
              <a:defRPr sz="2700">
                <a:solidFill>
                  <a:srgbClr val="222222"/>
                </a:solidFill>
                <a:latin typeface="Arial"/>
              </a:defRPr>
            </a:pPr>
            <a:r>
              <a:rPr lang="en-US" sz="3600" dirty="0">
                <a:solidFill>
                  <a:srgbClr val="222222"/>
                </a:solidFill>
                <a:latin typeface="Arial"/>
              </a:rPr>
              <a:t>  </a:t>
            </a:r>
            <a:r>
              <a:rPr sz="3600" dirty="0">
                <a:solidFill>
                  <a:srgbClr val="222222"/>
                </a:solidFill>
                <a:latin typeface="Arial"/>
              </a:rPr>
              <a:t>Each 1024-sample tile contains 512 packed pairs</a:t>
            </a:r>
            <a:r>
              <a:rPr lang="en-US" sz="3600" dirty="0">
                <a:solidFill>
                  <a:srgbClr val="222222"/>
                </a:solidFill>
                <a:latin typeface="Arial"/>
              </a:rPr>
              <a:t>.</a:t>
            </a:r>
          </a:p>
          <a:p>
            <a:pPr lvl="0" algn="l">
              <a:lnSpc>
                <a:spcPct val="100000"/>
              </a:lnSpc>
              <a:spcAft>
                <a:spcPts val="500"/>
              </a:spcAft>
              <a:defRPr sz="2700">
                <a:solidFill>
                  <a:srgbClr val="222222"/>
                </a:solidFill>
                <a:latin typeface="Arial"/>
              </a:defRPr>
            </a:pPr>
            <a:endParaRPr lang="en-US" sz="3200" dirty="0">
              <a:solidFill>
                <a:srgbClr val="222222"/>
              </a:solidFill>
              <a:latin typeface="Arial"/>
            </a:endParaRPr>
          </a:p>
          <a:p>
            <a:pPr marL="0" lvl="0" indent="0" algn="l">
              <a:lnSpc>
                <a:spcPct val="100000"/>
              </a:lnSpc>
              <a:spcAft>
                <a:spcPts val="500"/>
              </a:spcAft>
              <a:buNone/>
              <a:defRPr sz="2700">
                <a:solidFill>
                  <a:srgbClr val="222222"/>
                </a:solidFill>
                <a:latin typeface="Arial"/>
              </a:defRPr>
            </a:pPr>
            <a:endParaRPr sz="3600" dirty="0">
              <a:solidFill>
                <a:srgbClr val="222222"/>
              </a:solidFill>
              <a:latin typeface="Arial"/>
            </a:endParaRPr>
          </a:p>
        </p:txBody>
      </p:sp>
      <p:grpSp>
        <p:nvGrpSpPr>
          <p:cNvPr id="72" name="グループ化 71">
            <a:extLst>
              <a:ext uri="{FF2B5EF4-FFF2-40B4-BE49-F238E27FC236}">
                <a16:creationId xmlns:a16="http://schemas.microsoft.com/office/drawing/2014/main" id="{A8C6C85C-0936-E6AD-3F91-089BBB9167A3}"/>
              </a:ext>
            </a:extLst>
          </p:cNvPr>
          <p:cNvGrpSpPr/>
          <p:nvPr/>
        </p:nvGrpSpPr>
        <p:grpSpPr>
          <a:xfrm>
            <a:off x="16933810" y="6774036"/>
            <a:ext cx="12095474" cy="5231544"/>
            <a:chOff x="466090" y="684277"/>
            <a:chExt cx="11116310" cy="4818948"/>
          </a:xfrm>
        </p:grpSpPr>
        <p:sp>
          <p:nvSpPr>
            <p:cNvPr id="73" name="Rectangle 16">
              <a:extLst>
                <a:ext uri="{FF2B5EF4-FFF2-40B4-BE49-F238E27FC236}">
                  <a16:creationId xmlns:a16="http://schemas.microsoft.com/office/drawing/2014/main" id="{C91287A3-B7D9-BC48-38A6-3DE7F11909CF}"/>
                </a:ext>
              </a:extLst>
            </p:cNvPr>
            <p:cNvSpPr/>
            <p:nvPr/>
          </p:nvSpPr>
          <p:spPr>
            <a:xfrm>
              <a:off x="1040830" y="4832665"/>
              <a:ext cx="918994" cy="162000"/>
            </a:xfrm>
            <a:prstGeom prst="rect">
              <a:avLst/>
            </a:prstGeom>
            <a:solidFill>
              <a:srgbClr val="DCE6F2"/>
            </a:solidFill>
            <a:ln w="127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0985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197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295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93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0492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590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66893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47878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altLang="ja-JP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Rectangle 16">
              <a:extLst>
                <a:ext uri="{FF2B5EF4-FFF2-40B4-BE49-F238E27FC236}">
                  <a16:creationId xmlns:a16="http://schemas.microsoft.com/office/drawing/2014/main" id="{AB7070A5-E422-83C0-703C-3D531856F3F2}"/>
                </a:ext>
              </a:extLst>
            </p:cNvPr>
            <p:cNvSpPr/>
            <p:nvPr/>
          </p:nvSpPr>
          <p:spPr>
            <a:xfrm>
              <a:off x="1039105" y="4998284"/>
              <a:ext cx="918994" cy="162000"/>
            </a:xfrm>
            <a:prstGeom prst="rect">
              <a:avLst/>
            </a:prstGeom>
            <a:solidFill>
              <a:srgbClr val="DCE6F2"/>
            </a:solidFill>
            <a:ln w="127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0985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197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295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93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0492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590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66893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47878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altLang="ja-JP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Rectangle 16">
              <a:extLst>
                <a:ext uri="{FF2B5EF4-FFF2-40B4-BE49-F238E27FC236}">
                  <a16:creationId xmlns:a16="http://schemas.microsoft.com/office/drawing/2014/main" id="{0206F035-2102-0967-0EE4-BF0B356444CA}"/>
                </a:ext>
              </a:extLst>
            </p:cNvPr>
            <p:cNvSpPr/>
            <p:nvPr/>
          </p:nvSpPr>
          <p:spPr>
            <a:xfrm>
              <a:off x="1036686" y="4492584"/>
              <a:ext cx="918994" cy="162000"/>
            </a:xfrm>
            <a:prstGeom prst="rect">
              <a:avLst/>
            </a:prstGeom>
            <a:solidFill>
              <a:srgbClr val="DCE6F2"/>
            </a:solidFill>
            <a:ln w="127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0985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197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295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93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0492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590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66893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47878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altLang="ja-JP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Rectangle 12">
              <a:extLst>
                <a:ext uri="{FF2B5EF4-FFF2-40B4-BE49-F238E27FC236}">
                  <a16:creationId xmlns:a16="http://schemas.microsoft.com/office/drawing/2014/main" id="{B4F7E51D-E537-E436-260F-7AEEBA18A015}"/>
                </a:ext>
              </a:extLst>
            </p:cNvPr>
            <p:cNvSpPr/>
            <p:nvPr/>
          </p:nvSpPr>
          <p:spPr>
            <a:xfrm>
              <a:off x="801371" y="4330776"/>
              <a:ext cx="1151890" cy="162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0985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197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295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93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0492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590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66893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47878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altLang="ja-JP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Rectangle 9">
              <a:extLst>
                <a:ext uri="{FF2B5EF4-FFF2-40B4-BE49-F238E27FC236}">
                  <a16:creationId xmlns:a16="http://schemas.microsoft.com/office/drawing/2014/main" id="{197D31FC-F743-3DBF-8E1B-9D81A8A3C2FA}"/>
                </a:ext>
              </a:extLst>
            </p:cNvPr>
            <p:cNvSpPr/>
            <p:nvPr/>
          </p:nvSpPr>
          <p:spPr>
            <a:xfrm>
              <a:off x="466090" y="687385"/>
              <a:ext cx="11116310" cy="481584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0985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197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295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93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0492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590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66893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47878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Rectangle 2">
              <a:extLst>
                <a:ext uri="{FF2B5EF4-FFF2-40B4-BE49-F238E27FC236}">
                  <a16:creationId xmlns:a16="http://schemas.microsoft.com/office/drawing/2014/main" id="{47B6CD90-433E-4546-1F54-5214FD7C7CF5}"/>
                </a:ext>
              </a:extLst>
            </p:cNvPr>
            <p:cNvSpPr/>
            <p:nvPr/>
          </p:nvSpPr>
          <p:spPr>
            <a:xfrm>
              <a:off x="634578" y="3476376"/>
              <a:ext cx="1482212" cy="1834423"/>
            </a:xfrm>
            <a:prstGeom prst="rect">
              <a:avLst/>
            </a:prstGeom>
            <a:solidFill>
              <a:srgbClr val="F2F2F2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0985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197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295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93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0492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590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66893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47878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Rectangle 2">
              <a:extLst>
                <a:ext uri="{FF2B5EF4-FFF2-40B4-BE49-F238E27FC236}">
                  <a16:creationId xmlns:a16="http://schemas.microsoft.com/office/drawing/2014/main" id="{03D93C10-882F-F298-E2FF-E6DF9160E3C7}"/>
                </a:ext>
              </a:extLst>
            </p:cNvPr>
            <p:cNvSpPr/>
            <p:nvPr/>
          </p:nvSpPr>
          <p:spPr>
            <a:xfrm>
              <a:off x="634578" y="1219714"/>
              <a:ext cx="1482212" cy="2140439"/>
            </a:xfrm>
            <a:prstGeom prst="rect">
              <a:avLst/>
            </a:prstGeom>
            <a:solidFill>
              <a:srgbClr val="F2F2F2"/>
            </a:solidFill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0985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197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295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93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0492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590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66893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47878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TextBox 3">
              <a:extLst>
                <a:ext uri="{FF2B5EF4-FFF2-40B4-BE49-F238E27FC236}">
                  <a16:creationId xmlns:a16="http://schemas.microsoft.com/office/drawing/2014/main" id="{E6DAB2D0-58B6-03D5-C63E-0922EA04792B}"/>
                </a:ext>
              </a:extLst>
            </p:cNvPr>
            <p:cNvSpPr txBox="1"/>
            <p:nvPr/>
          </p:nvSpPr>
          <p:spPr>
            <a:xfrm>
              <a:off x="506731" y="1211020"/>
              <a:ext cx="1711959" cy="276999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0985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197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295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93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0492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590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66893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47878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200" b="1"/>
              </a:pPr>
              <a:r>
                <a:rPr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Processing System</a:t>
              </a:r>
            </a:p>
          </p:txBody>
        </p:sp>
        <p:sp>
          <p:nvSpPr>
            <p:cNvPr id="85" name="Rectangle 4">
              <a:extLst>
                <a:ext uri="{FF2B5EF4-FFF2-40B4-BE49-F238E27FC236}">
                  <a16:creationId xmlns:a16="http://schemas.microsoft.com/office/drawing/2014/main" id="{0B71A4CD-83F9-3418-5ED9-3928408522E2}"/>
                </a:ext>
              </a:extLst>
            </p:cNvPr>
            <p:cNvSpPr/>
            <p:nvPr/>
          </p:nvSpPr>
          <p:spPr>
            <a:xfrm>
              <a:off x="772161" y="1676915"/>
              <a:ext cx="1210310" cy="457200"/>
            </a:xfrm>
            <a:prstGeom prst="rect">
              <a:avLst/>
            </a:prstGeom>
            <a:solidFill>
              <a:srgbClr val="DBEEF3"/>
            </a:solidFill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0985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197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295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93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0492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590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66893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47878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ja-JP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 Space</a:t>
              </a:r>
            </a:p>
          </p:txBody>
        </p:sp>
        <p:sp>
          <p:nvSpPr>
            <p:cNvPr id="86" name="TextBox 6">
              <a:extLst>
                <a:ext uri="{FF2B5EF4-FFF2-40B4-BE49-F238E27FC236}">
                  <a16:creationId xmlns:a16="http://schemas.microsoft.com/office/drawing/2014/main" id="{73205F53-1EBD-031E-13E6-5CA0FE9B3E97}"/>
                </a:ext>
              </a:extLst>
            </p:cNvPr>
            <p:cNvSpPr txBox="1"/>
            <p:nvPr/>
          </p:nvSpPr>
          <p:spPr>
            <a:xfrm>
              <a:off x="772161" y="2210315"/>
              <a:ext cx="1210310" cy="461665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0985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197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295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93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0492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590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66893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47878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ARMv8</a:t>
              </a:r>
            </a:p>
            <a:p>
              <a:pPr algn="ctr"/>
              <a:r>
                <a:rPr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Cortex-A72</a:t>
              </a:r>
            </a:p>
          </p:txBody>
        </p:sp>
        <p:sp>
          <p:nvSpPr>
            <p:cNvPr id="87" name="Rectangle 7">
              <a:extLst>
                <a:ext uri="{FF2B5EF4-FFF2-40B4-BE49-F238E27FC236}">
                  <a16:creationId xmlns:a16="http://schemas.microsoft.com/office/drawing/2014/main" id="{CDABC473-45F9-75D3-00FA-0BEBF8027847}"/>
                </a:ext>
              </a:extLst>
            </p:cNvPr>
            <p:cNvSpPr/>
            <p:nvPr/>
          </p:nvSpPr>
          <p:spPr>
            <a:xfrm>
              <a:off x="772161" y="2743715"/>
              <a:ext cx="1210310" cy="457200"/>
            </a:xfrm>
            <a:prstGeom prst="rect">
              <a:avLst/>
            </a:prstGeom>
            <a:solidFill>
              <a:srgbClr val="DBEEF3"/>
            </a:solidFill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0985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197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295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93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0492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590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66893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47878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ja-JP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Kernel Space</a:t>
              </a:r>
            </a:p>
          </p:txBody>
        </p:sp>
        <p:sp>
          <p:nvSpPr>
            <p:cNvPr id="88" name="TextBox 11">
              <a:extLst>
                <a:ext uri="{FF2B5EF4-FFF2-40B4-BE49-F238E27FC236}">
                  <a16:creationId xmlns:a16="http://schemas.microsoft.com/office/drawing/2014/main" id="{D77AB978-CC47-0C6C-387B-E816D1BEC1F3}"/>
                </a:ext>
              </a:extLst>
            </p:cNvPr>
            <p:cNvSpPr txBox="1"/>
            <p:nvPr/>
          </p:nvSpPr>
          <p:spPr>
            <a:xfrm>
              <a:off x="654050" y="3476376"/>
              <a:ext cx="899160" cy="276999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0985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197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295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93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0492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590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66893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47878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1000" b="1"/>
              </a:pPr>
              <a:r>
                <a:rPr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LPDDR4</a:t>
              </a:r>
            </a:p>
          </p:txBody>
        </p:sp>
        <p:sp>
          <p:nvSpPr>
            <p:cNvPr id="89" name="Rectangle 12">
              <a:extLst>
                <a:ext uri="{FF2B5EF4-FFF2-40B4-BE49-F238E27FC236}">
                  <a16:creationId xmlns:a16="http://schemas.microsoft.com/office/drawing/2014/main" id="{567BEF39-8C6B-8D7C-0F81-894747125EEF}"/>
                </a:ext>
              </a:extLst>
            </p:cNvPr>
            <p:cNvSpPr/>
            <p:nvPr/>
          </p:nvSpPr>
          <p:spPr>
            <a:xfrm>
              <a:off x="806209" y="3791105"/>
              <a:ext cx="1151890" cy="328931"/>
            </a:xfrm>
            <a:prstGeom prst="rect">
              <a:avLst/>
            </a:prstGeom>
            <a:solidFill>
              <a:srgbClr val="F9DBDB"/>
            </a:solidFill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0985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197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295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93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0492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590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66893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47878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ja-JP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Low 4GB</a:t>
              </a:r>
            </a:p>
          </p:txBody>
        </p:sp>
        <p:sp>
          <p:nvSpPr>
            <p:cNvPr id="90" name="Rectangle 14">
              <a:extLst>
                <a:ext uri="{FF2B5EF4-FFF2-40B4-BE49-F238E27FC236}">
                  <a16:creationId xmlns:a16="http://schemas.microsoft.com/office/drawing/2014/main" id="{7816F9F8-BDA7-6000-908F-6F9AE8B39AA5}"/>
                </a:ext>
              </a:extLst>
            </p:cNvPr>
            <p:cNvSpPr/>
            <p:nvPr/>
          </p:nvSpPr>
          <p:spPr>
            <a:xfrm>
              <a:off x="806209" y="4324505"/>
              <a:ext cx="1151890" cy="328931"/>
            </a:xfrm>
            <a:prstGeom prst="rect">
              <a:avLst/>
            </a:prstGeom>
            <a:solidFill>
              <a:srgbClr val="F9DBDB"/>
            </a:solidFill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0985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197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295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93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0492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590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66893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47878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ja-JP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High1 4GB</a:t>
              </a:r>
            </a:p>
          </p:txBody>
        </p:sp>
        <p:sp>
          <p:nvSpPr>
            <p:cNvPr id="91" name="Rectangle 16">
              <a:extLst>
                <a:ext uri="{FF2B5EF4-FFF2-40B4-BE49-F238E27FC236}">
                  <a16:creationId xmlns:a16="http://schemas.microsoft.com/office/drawing/2014/main" id="{D7203F2A-8411-2C82-7A0A-50C482E15AB9}"/>
                </a:ext>
              </a:extLst>
            </p:cNvPr>
            <p:cNvSpPr/>
            <p:nvPr/>
          </p:nvSpPr>
          <p:spPr>
            <a:xfrm>
              <a:off x="806209" y="4833335"/>
              <a:ext cx="1151890" cy="328931"/>
            </a:xfrm>
            <a:prstGeom prst="rect">
              <a:avLst/>
            </a:prstGeom>
            <a:solidFill>
              <a:srgbClr val="F9DBDB"/>
            </a:solidFill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0985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197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295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93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0492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590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66893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47878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ja-JP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High2 4GB</a:t>
              </a:r>
            </a:p>
          </p:txBody>
        </p:sp>
        <p:sp>
          <p:nvSpPr>
            <p:cNvPr id="92" name="Rectangle 2">
              <a:extLst>
                <a:ext uri="{FF2B5EF4-FFF2-40B4-BE49-F238E27FC236}">
                  <a16:creationId xmlns:a16="http://schemas.microsoft.com/office/drawing/2014/main" id="{7B88B234-B041-27BA-14C4-60B09BB82B42}"/>
                </a:ext>
              </a:extLst>
            </p:cNvPr>
            <p:cNvSpPr/>
            <p:nvPr/>
          </p:nvSpPr>
          <p:spPr>
            <a:xfrm>
              <a:off x="707004" y="1560692"/>
              <a:ext cx="1344737" cy="1717889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0985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197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295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93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0492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590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66893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47878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3" name="コネクタ: カギ線 92">
              <a:extLst>
                <a:ext uri="{FF2B5EF4-FFF2-40B4-BE49-F238E27FC236}">
                  <a16:creationId xmlns:a16="http://schemas.microsoft.com/office/drawing/2014/main" id="{C88ED550-EAD1-06F2-C2D9-A8B80417FDC2}"/>
                </a:ext>
              </a:extLst>
            </p:cNvPr>
            <p:cNvCxnSpPr>
              <a:cxnSpLocks/>
              <a:stCxn id="85" idx="3"/>
              <a:endCxn id="76" idx="3"/>
            </p:cNvCxnSpPr>
            <p:nvPr/>
          </p:nvCxnSpPr>
          <p:spPr>
            <a:xfrm flipH="1">
              <a:off x="1953261" y="1905515"/>
              <a:ext cx="29210" cy="2506261"/>
            </a:xfrm>
            <a:prstGeom prst="bentConnector3">
              <a:avLst>
                <a:gd name="adj1" fmla="val -1347826"/>
              </a:avLst>
            </a:prstGeom>
            <a:ln>
              <a:solidFill>
                <a:schemeClr val="tx1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コネクタ: カギ線 93">
              <a:extLst>
                <a:ext uri="{FF2B5EF4-FFF2-40B4-BE49-F238E27FC236}">
                  <a16:creationId xmlns:a16="http://schemas.microsoft.com/office/drawing/2014/main" id="{BB1097EA-E9F6-4CB3-08C7-4C251CC054BE}"/>
                </a:ext>
              </a:extLst>
            </p:cNvPr>
            <p:cNvCxnSpPr>
              <a:cxnSpLocks/>
              <a:stCxn id="83" idx="3"/>
              <a:endCxn id="89" idx="3"/>
            </p:cNvCxnSpPr>
            <p:nvPr/>
          </p:nvCxnSpPr>
          <p:spPr>
            <a:xfrm flipH="1">
              <a:off x="1958099" y="2289934"/>
              <a:ext cx="158691" cy="1665637"/>
            </a:xfrm>
            <a:prstGeom prst="bentConnector3">
              <a:avLst>
                <a:gd name="adj1" fmla="val -93369"/>
              </a:avLst>
            </a:prstGeom>
            <a:ln>
              <a:solidFill>
                <a:schemeClr val="tx1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Rectangle 9">
              <a:extLst>
                <a:ext uri="{FF2B5EF4-FFF2-40B4-BE49-F238E27FC236}">
                  <a16:creationId xmlns:a16="http://schemas.microsoft.com/office/drawing/2014/main" id="{860D8095-C76C-E31B-3054-F1EC40A3EA3D}"/>
                </a:ext>
              </a:extLst>
            </p:cNvPr>
            <p:cNvSpPr/>
            <p:nvPr/>
          </p:nvSpPr>
          <p:spPr>
            <a:xfrm>
              <a:off x="3101529" y="4884910"/>
              <a:ext cx="281150" cy="36912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0985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197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295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93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0492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590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66893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47878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Rectangle 12">
              <a:extLst>
                <a:ext uri="{FF2B5EF4-FFF2-40B4-BE49-F238E27FC236}">
                  <a16:creationId xmlns:a16="http://schemas.microsoft.com/office/drawing/2014/main" id="{14BF9603-C833-0364-5007-626A4CA8F49D}"/>
                </a:ext>
              </a:extLst>
            </p:cNvPr>
            <p:cNvSpPr/>
            <p:nvPr/>
          </p:nvSpPr>
          <p:spPr>
            <a:xfrm>
              <a:off x="801371" y="4492106"/>
              <a:ext cx="1151890" cy="162000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0985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197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295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93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0492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590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66893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47878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altLang="ja-JP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Rectangle 12">
              <a:extLst>
                <a:ext uri="{FF2B5EF4-FFF2-40B4-BE49-F238E27FC236}">
                  <a16:creationId xmlns:a16="http://schemas.microsoft.com/office/drawing/2014/main" id="{BF004EBC-1EBA-E4F0-39FE-6F8B654A193A}"/>
                </a:ext>
              </a:extLst>
            </p:cNvPr>
            <p:cNvSpPr/>
            <p:nvPr/>
          </p:nvSpPr>
          <p:spPr>
            <a:xfrm>
              <a:off x="801371" y="4832665"/>
              <a:ext cx="1151890" cy="162000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0985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197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295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93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0492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590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66893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47878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altLang="ja-JP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Rectangle 12">
              <a:extLst>
                <a:ext uri="{FF2B5EF4-FFF2-40B4-BE49-F238E27FC236}">
                  <a16:creationId xmlns:a16="http://schemas.microsoft.com/office/drawing/2014/main" id="{4BDEE54F-CAA9-5945-8DF5-C94E3658F823}"/>
                </a:ext>
              </a:extLst>
            </p:cNvPr>
            <p:cNvSpPr/>
            <p:nvPr/>
          </p:nvSpPr>
          <p:spPr>
            <a:xfrm>
              <a:off x="810140" y="5001379"/>
              <a:ext cx="1151890" cy="162000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0985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197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295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93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0492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590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66893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47878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altLang="ja-JP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Rectangle 1052">
              <a:extLst>
                <a:ext uri="{FF2B5EF4-FFF2-40B4-BE49-F238E27FC236}">
                  <a16:creationId xmlns:a16="http://schemas.microsoft.com/office/drawing/2014/main" id="{EC41D1CF-9523-0686-B7B8-34EEA13C96F9}"/>
                </a:ext>
              </a:extLst>
            </p:cNvPr>
            <p:cNvSpPr/>
            <p:nvPr/>
          </p:nvSpPr>
          <p:spPr>
            <a:xfrm>
              <a:off x="2784993" y="4796378"/>
              <a:ext cx="597684" cy="220740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0985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197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295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93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0492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590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66893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47878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altLang="ja-JP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0" name="直線コネクタ 99">
              <a:extLst>
                <a:ext uri="{FF2B5EF4-FFF2-40B4-BE49-F238E27FC236}">
                  <a16:creationId xmlns:a16="http://schemas.microsoft.com/office/drawing/2014/main" id="{582151DE-3047-4320-C50C-CA5F8B1C8760}"/>
                </a:ext>
              </a:extLst>
            </p:cNvPr>
            <p:cNvCxnSpPr>
              <a:cxnSpLocks/>
              <a:stCxn id="112" idx="3"/>
            </p:cNvCxnSpPr>
            <p:nvPr/>
          </p:nvCxnSpPr>
          <p:spPr>
            <a:xfrm>
              <a:off x="3752204" y="1602646"/>
              <a:ext cx="594038" cy="1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Rectangle 4">
              <a:extLst>
                <a:ext uri="{FF2B5EF4-FFF2-40B4-BE49-F238E27FC236}">
                  <a16:creationId xmlns:a16="http://schemas.microsoft.com/office/drawing/2014/main" id="{2527ACEB-8BA1-B3D7-36C1-3CC74C103EE6}"/>
                </a:ext>
              </a:extLst>
            </p:cNvPr>
            <p:cNvSpPr/>
            <p:nvPr/>
          </p:nvSpPr>
          <p:spPr>
            <a:xfrm>
              <a:off x="2606392" y="1741812"/>
              <a:ext cx="781049" cy="219100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0985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197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295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93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0492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590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66893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47878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altLang="ja-JP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Rectangle 9">
              <a:extLst>
                <a:ext uri="{FF2B5EF4-FFF2-40B4-BE49-F238E27FC236}">
                  <a16:creationId xmlns:a16="http://schemas.microsoft.com/office/drawing/2014/main" id="{159D4201-817C-01A0-F638-9DC9E2EA5171}"/>
                </a:ext>
              </a:extLst>
            </p:cNvPr>
            <p:cNvSpPr/>
            <p:nvPr/>
          </p:nvSpPr>
          <p:spPr>
            <a:xfrm flipV="1">
              <a:off x="2311822" y="4877990"/>
              <a:ext cx="1257300" cy="273946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0985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197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295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93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0492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590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66893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47878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3" name="Rectangle 18">
              <a:extLst>
                <a:ext uri="{FF2B5EF4-FFF2-40B4-BE49-F238E27FC236}">
                  <a16:creationId xmlns:a16="http://schemas.microsoft.com/office/drawing/2014/main" id="{BEC255E2-8BE6-DA9A-3F83-0F0EDA5BAD28}"/>
                </a:ext>
              </a:extLst>
            </p:cNvPr>
            <p:cNvSpPr/>
            <p:nvPr/>
          </p:nvSpPr>
          <p:spPr>
            <a:xfrm>
              <a:off x="4560157" y="1219714"/>
              <a:ext cx="6869848" cy="40631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0985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197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295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93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0492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590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66893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47878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04" name="グループ化 103">
              <a:extLst>
                <a:ext uri="{FF2B5EF4-FFF2-40B4-BE49-F238E27FC236}">
                  <a16:creationId xmlns:a16="http://schemas.microsoft.com/office/drawing/2014/main" id="{5EB9CA18-1279-1124-6CEF-1E42257959F8}"/>
                </a:ext>
              </a:extLst>
            </p:cNvPr>
            <p:cNvGrpSpPr/>
            <p:nvPr/>
          </p:nvGrpSpPr>
          <p:grpSpPr>
            <a:xfrm>
              <a:off x="7115392" y="684277"/>
              <a:ext cx="2464745" cy="535056"/>
              <a:chOff x="8756270" y="-786012"/>
              <a:chExt cx="2473968" cy="538017"/>
            </a:xfrm>
            <a:effectLst/>
          </p:grpSpPr>
          <p:sp>
            <p:nvSpPr>
              <p:cNvPr id="1569" name="Rectangle 20">
                <a:extLst>
                  <a:ext uri="{FF2B5EF4-FFF2-40B4-BE49-F238E27FC236}">
                    <a16:creationId xmlns:a16="http://schemas.microsoft.com/office/drawing/2014/main" id="{397E75E9-1DCD-2517-752C-050D7E1C9FD4}"/>
                  </a:ext>
                </a:extLst>
              </p:cNvPr>
              <p:cNvSpPr/>
              <p:nvPr/>
            </p:nvSpPr>
            <p:spPr>
              <a:xfrm>
                <a:off x="8758817" y="-723712"/>
                <a:ext cx="228600" cy="152400"/>
              </a:xfrm>
              <a:prstGeom prst="rect">
                <a:avLst/>
              </a:prstGeom>
              <a:solidFill>
                <a:srgbClr val="D2D6F9"/>
              </a:solidFill>
              <a:ln w="12700"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70" name="TextBox 21">
                <a:extLst>
                  <a:ext uri="{FF2B5EF4-FFF2-40B4-BE49-F238E27FC236}">
                    <a16:creationId xmlns:a16="http://schemas.microsoft.com/office/drawing/2014/main" id="{8A9A0888-BD21-5F7D-31A5-95B1B26A0B20}"/>
                  </a:ext>
                </a:extLst>
              </p:cNvPr>
              <p:cNvSpPr txBox="1"/>
              <p:nvPr/>
            </p:nvSpPr>
            <p:spPr>
              <a:xfrm>
                <a:off x="8940189" y="-786012"/>
                <a:ext cx="2043761" cy="278532"/>
              </a:xfrm>
              <a:prstGeom prst="rect">
                <a:avLst/>
              </a:prstGeom>
              <a:noFill/>
              <a:effectLst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 sz="900"/>
                </a:pPr>
                <a:r>
                  <a: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Processing Element (PE)</a:t>
                </a:r>
              </a:p>
            </p:txBody>
          </p:sp>
          <p:sp>
            <p:nvSpPr>
              <p:cNvPr id="1571" name="Rectangle 22">
                <a:extLst>
                  <a:ext uri="{FF2B5EF4-FFF2-40B4-BE49-F238E27FC236}">
                    <a16:creationId xmlns:a16="http://schemas.microsoft.com/office/drawing/2014/main" id="{4200911A-DF5C-8ACF-4897-90D1C1863292}"/>
                  </a:ext>
                </a:extLst>
              </p:cNvPr>
              <p:cNvSpPr/>
              <p:nvPr/>
            </p:nvSpPr>
            <p:spPr>
              <a:xfrm>
                <a:off x="8756270" y="-469540"/>
                <a:ext cx="228600" cy="152400"/>
              </a:xfrm>
              <a:prstGeom prst="rect">
                <a:avLst/>
              </a:prstGeom>
              <a:solidFill>
                <a:srgbClr val="F9DBDB"/>
              </a:solidFill>
              <a:ln w="12700"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sz="12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72" name="TextBox 23">
                <a:extLst>
                  <a:ext uri="{FF2B5EF4-FFF2-40B4-BE49-F238E27FC236}">
                    <a16:creationId xmlns:a16="http://schemas.microsoft.com/office/drawing/2014/main" id="{D0B11045-F1A7-2399-CB0F-C9BC8A1D0ADE}"/>
                  </a:ext>
                </a:extLst>
              </p:cNvPr>
              <p:cNvSpPr txBox="1"/>
              <p:nvPr/>
            </p:nvSpPr>
            <p:spPr>
              <a:xfrm>
                <a:off x="8940191" y="-526527"/>
                <a:ext cx="2290047" cy="278532"/>
              </a:xfrm>
              <a:prstGeom prst="rect">
                <a:avLst/>
              </a:prstGeom>
              <a:noFill/>
              <a:effectLst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 sz="900"/>
                </a:pPr>
                <a:r>
                  <a:rPr lang="en-US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Local Memory Module (LMM)</a:t>
                </a:r>
                <a:endParaRPr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05" name="Rectangle 9">
              <a:extLst>
                <a:ext uri="{FF2B5EF4-FFF2-40B4-BE49-F238E27FC236}">
                  <a16:creationId xmlns:a16="http://schemas.microsoft.com/office/drawing/2014/main" id="{EA8BD6A3-B0B8-FE9A-275D-0E7A4CD8971D}"/>
                </a:ext>
              </a:extLst>
            </p:cNvPr>
            <p:cNvSpPr/>
            <p:nvPr/>
          </p:nvSpPr>
          <p:spPr>
            <a:xfrm>
              <a:off x="3107825" y="4466634"/>
              <a:ext cx="644379" cy="269445"/>
            </a:xfrm>
            <a:prstGeom prst="rect">
              <a:avLst/>
            </a:prstGeom>
            <a:solidFill>
              <a:srgbClr val="E6F6DB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0985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197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295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93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0492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590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66893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47878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" name="Rectangle 9">
              <a:extLst>
                <a:ext uri="{FF2B5EF4-FFF2-40B4-BE49-F238E27FC236}">
                  <a16:creationId xmlns:a16="http://schemas.microsoft.com/office/drawing/2014/main" id="{A2A684AA-24DC-4665-99BF-F3461CFB3C55}"/>
                </a:ext>
              </a:extLst>
            </p:cNvPr>
            <p:cNvSpPr/>
            <p:nvPr/>
          </p:nvSpPr>
          <p:spPr>
            <a:xfrm>
              <a:off x="3107825" y="4032855"/>
              <a:ext cx="644379" cy="269445"/>
            </a:xfrm>
            <a:prstGeom prst="rect">
              <a:avLst/>
            </a:prstGeom>
            <a:solidFill>
              <a:srgbClr val="E6F6DB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0985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197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295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93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0492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590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66893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47878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" name="Rectangle 9">
              <a:extLst>
                <a:ext uri="{FF2B5EF4-FFF2-40B4-BE49-F238E27FC236}">
                  <a16:creationId xmlns:a16="http://schemas.microsoft.com/office/drawing/2014/main" id="{856D49B7-EBD5-AE29-DA9D-E1B4F708FEC9}"/>
                </a:ext>
              </a:extLst>
            </p:cNvPr>
            <p:cNvSpPr/>
            <p:nvPr/>
          </p:nvSpPr>
          <p:spPr>
            <a:xfrm>
              <a:off x="3107825" y="3608561"/>
              <a:ext cx="644379" cy="269445"/>
            </a:xfrm>
            <a:prstGeom prst="rect">
              <a:avLst/>
            </a:prstGeom>
            <a:solidFill>
              <a:srgbClr val="E6F6DB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0985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197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295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93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0492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590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66893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47878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8" name="Rectangle 9">
              <a:extLst>
                <a:ext uri="{FF2B5EF4-FFF2-40B4-BE49-F238E27FC236}">
                  <a16:creationId xmlns:a16="http://schemas.microsoft.com/office/drawing/2014/main" id="{179C24BA-0793-9024-1652-1C0A05448D06}"/>
                </a:ext>
              </a:extLst>
            </p:cNvPr>
            <p:cNvSpPr/>
            <p:nvPr/>
          </p:nvSpPr>
          <p:spPr>
            <a:xfrm>
              <a:off x="3107825" y="3174782"/>
              <a:ext cx="644379" cy="269445"/>
            </a:xfrm>
            <a:prstGeom prst="rect">
              <a:avLst/>
            </a:prstGeom>
            <a:solidFill>
              <a:srgbClr val="E6F6DB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0985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197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295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93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0492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590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66893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47878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9" name="Rectangle 9">
              <a:extLst>
                <a:ext uri="{FF2B5EF4-FFF2-40B4-BE49-F238E27FC236}">
                  <a16:creationId xmlns:a16="http://schemas.microsoft.com/office/drawing/2014/main" id="{97029F3D-7E1A-29B1-DA11-06AF04E228B0}"/>
                </a:ext>
              </a:extLst>
            </p:cNvPr>
            <p:cNvSpPr/>
            <p:nvPr/>
          </p:nvSpPr>
          <p:spPr>
            <a:xfrm>
              <a:off x="3107825" y="2759775"/>
              <a:ext cx="644379" cy="269445"/>
            </a:xfrm>
            <a:prstGeom prst="rect">
              <a:avLst/>
            </a:prstGeom>
            <a:solidFill>
              <a:srgbClr val="E6F6DB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0985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197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295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93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0492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590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66893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47878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" name="Rectangle 9">
              <a:extLst>
                <a:ext uri="{FF2B5EF4-FFF2-40B4-BE49-F238E27FC236}">
                  <a16:creationId xmlns:a16="http://schemas.microsoft.com/office/drawing/2014/main" id="{C54F7389-1624-EF0C-3E89-EF8B0DA94846}"/>
                </a:ext>
              </a:extLst>
            </p:cNvPr>
            <p:cNvSpPr/>
            <p:nvPr/>
          </p:nvSpPr>
          <p:spPr>
            <a:xfrm>
              <a:off x="3107825" y="2325996"/>
              <a:ext cx="644379" cy="269445"/>
            </a:xfrm>
            <a:prstGeom prst="rect">
              <a:avLst/>
            </a:prstGeom>
            <a:solidFill>
              <a:srgbClr val="E6F6DB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0985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197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295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93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0492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590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66893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47878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1" name="Rectangle 9">
              <a:extLst>
                <a:ext uri="{FF2B5EF4-FFF2-40B4-BE49-F238E27FC236}">
                  <a16:creationId xmlns:a16="http://schemas.microsoft.com/office/drawing/2014/main" id="{A05C16B7-F7F4-E8F1-6D87-BE25AD082623}"/>
                </a:ext>
              </a:extLst>
            </p:cNvPr>
            <p:cNvSpPr/>
            <p:nvPr/>
          </p:nvSpPr>
          <p:spPr>
            <a:xfrm>
              <a:off x="3107825" y="1901702"/>
              <a:ext cx="644379" cy="269445"/>
            </a:xfrm>
            <a:prstGeom prst="rect">
              <a:avLst/>
            </a:prstGeom>
            <a:solidFill>
              <a:srgbClr val="E6F6DB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0985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197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295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93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0492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590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66893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47878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" name="Rectangle 9">
              <a:extLst>
                <a:ext uri="{FF2B5EF4-FFF2-40B4-BE49-F238E27FC236}">
                  <a16:creationId xmlns:a16="http://schemas.microsoft.com/office/drawing/2014/main" id="{CD54E22C-6E72-BE29-042F-3769F630E651}"/>
                </a:ext>
              </a:extLst>
            </p:cNvPr>
            <p:cNvSpPr/>
            <p:nvPr/>
          </p:nvSpPr>
          <p:spPr>
            <a:xfrm>
              <a:off x="3107825" y="1467923"/>
              <a:ext cx="644379" cy="269445"/>
            </a:xfrm>
            <a:prstGeom prst="rect">
              <a:avLst/>
            </a:prstGeom>
            <a:solidFill>
              <a:srgbClr val="E6F6DB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0985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197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295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93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0492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590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66893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47878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3" name="直線コネクタ 112">
              <a:extLst>
                <a:ext uri="{FF2B5EF4-FFF2-40B4-BE49-F238E27FC236}">
                  <a16:creationId xmlns:a16="http://schemas.microsoft.com/office/drawing/2014/main" id="{80C08BDC-D185-B202-C4F4-2D910EF5A27E}"/>
                </a:ext>
              </a:extLst>
            </p:cNvPr>
            <p:cNvCxnSpPr>
              <a:cxnSpLocks/>
            </p:cNvCxnSpPr>
            <p:nvPr/>
          </p:nvCxnSpPr>
          <p:spPr>
            <a:xfrm>
              <a:off x="2924175" y="4911906"/>
              <a:ext cx="1088262" cy="0"/>
            </a:xfrm>
            <a:prstGeom prst="line">
              <a:avLst/>
            </a:prstGeom>
            <a:ln w="222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線コネクタ 113">
              <a:extLst>
                <a:ext uri="{FF2B5EF4-FFF2-40B4-BE49-F238E27FC236}">
                  <a16:creationId xmlns:a16="http://schemas.microsoft.com/office/drawing/2014/main" id="{387A2420-536B-330D-1ED9-562A69E1D36A}"/>
                </a:ext>
              </a:extLst>
            </p:cNvPr>
            <p:cNvCxnSpPr>
              <a:cxnSpLocks/>
              <a:stCxn id="111" idx="3"/>
            </p:cNvCxnSpPr>
            <p:nvPr/>
          </p:nvCxnSpPr>
          <p:spPr>
            <a:xfrm>
              <a:off x="3752204" y="2036425"/>
              <a:ext cx="454909" cy="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線コネクタ 114">
              <a:extLst>
                <a:ext uri="{FF2B5EF4-FFF2-40B4-BE49-F238E27FC236}">
                  <a16:creationId xmlns:a16="http://schemas.microsoft.com/office/drawing/2014/main" id="{133E625F-299A-815A-4A61-3F40862C32A7}"/>
                </a:ext>
              </a:extLst>
            </p:cNvPr>
            <p:cNvCxnSpPr>
              <a:cxnSpLocks/>
              <a:stCxn id="110" idx="3"/>
            </p:cNvCxnSpPr>
            <p:nvPr/>
          </p:nvCxnSpPr>
          <p:spPr>
            <a:xfrm>
              <a:off x="3752204" y="2460719"/>
              <a:ext cx="454909" cy="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線コネクタ 115">
              <a:extLst>
                <a:ext uri="{FF2B5EF4-FFF2-40B4-BE49-F238E27FC236}">
                  <a16:creationId xmlns:a16="http://schemas.microsoft.com/office/drawing/2014/main" id="{CB3ED045-4B1D-FB44-54E5-BCF8B25CB851}"/>
                </a:ext>
              </a:extLst>
            </p:cNvPr>
            <p:cNvCxnSpPr>
              <a:cxnSpLocks/>
              <a:stCxn id="109" idx="3"/>
            </p:cNvCxnSpPr>
            <p:nvPr/>
          </p:nvCxnSpPr>
          <p:spPr>
            <a:xfrm flipV="1">
              <a:off x="3752204" y="2894497"/>
              <a:ext cx="498124" cy="1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線コネクタ 116">
              <a:extLst>
                <a:ext uri="{FF2B5EF4-FFF2-40B4-BE49-F238E27FC236}">
                  <a16:creationId xmlns:a16="http://schemas.microsoft.com/office/drawing/2014/main" id="{E79B263F-1146-662F-4F7A-8B81B79361A3}"/>
                </a:ext>
              </a:extLst>
            </p:cNvPr>
            <p:cNvCxnSpPr>
              <a:cxnSpLocks/>
              <a:stCxn id="108" idx="3"/>
            </p:cNvCxnSpPr>
            <p:nvPr/>
          </p:nvCxnSpPr>
          <p:spPr>
            <a:xfrm flipV="1">
              <a:off x="3752204" y="3309504"/>
              <a:ext cx="524473" cy="1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線コネクタ 117">
              <a:extLst>
                <a:ext uri="{FF2B5EF4-FFF2-40B4-BE49-F238E27FC236}">
                  <a16:creationId xmlns:a16="http://schemas.microsoft.com/office/drawing/2014/main" id="{1AD48D7D-7F3A-DBFA-2479-8EA86CEB5709}"/>
                </a:ext>
              </a:extLst>
            </p:cNvPr>
            <p:cNvCxnSpPr>
              <a:cxnSpLocks/>
              <a:stCxn id="107" idx="3"/>
            </p:cNvCxnSpPr>
            <p:nvPr/>
          </p:nvCxnSpPr>
          <p:spPr>
            <a:xfrm>
              <a:off x="3752204" y="3743284"/>
              <a:ext cx="498124" cy="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線コネクタ 118">
              <a:extLst>
                <a:ext uri="{FF2B5EF4-FFF2-40B4-BE49-F238E27FC236}">
                  <a16:creationId xmlns:a16="http://schemas.microsoft.com/office/drawing/2014/main" id="{B493F4A9-386E-436A-7503-A21B3B45CBF0}"/>
                </a:ext>
              </a:extLst>
            </p:cNvPr>
            <p:cNvCxnSpPr>
              <a:cxnSpLocks/>
              <a:stCxn id="106" idx="3"/>
            </p:cNvCxnSpPr>
            <p:nvPr/>
          </p:nvCxnSpPr>
          <p:spPr>
            <a:xfrm flipV="1">
              <a:off x="3752204" y="4167577"/>
              <a:ext cx="515228" cy="1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線コネクタ 119">
              <a:extLst>
                <a:ext uri="{FF2B5EF4-FFF2-40B4-BE49-F238E27FC236}">
                  <a16:creationId xmlns:a16="http://schemas.microsoft.com/office/drawing/2014/main" id="{A3A0FF58-F0C6-00F3-12DC-138E9A54D3A6}"/>
                </a:ext>
              </a:extLst>
            </p:cNvPr>
            <p:cNvCxnSpPr>
              <a:cxnSpLocks/>
              <a:stCxn id="105" idx="3"/>
            </p:cNvCxnSpPr>
            <p:nvPr/>
          </p:nvCxnSpPr>
          <p:spPr>
            <a:xfrm flipV="1">
              <a:off x="3752204" y="4601356"/>
              <a:ext cx="485068" cy="1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線コネクタ 120">
              <a:extLst>
                <a:ext uri="{FF2B5EF4-FFF2-40B4-BE49-F238E27FC236}">
                  <a16:creationId xmlns:a16="http://schemas.microsoft.com/office/drawing/2014/main" id="{F3E95FBC-BC1D-44C5-2A01-968433AB7A5D}"/>
                </a:ext>
              </a:extLst>
            </p:cNvPr>
            <p:cNvCxnSpPr>
              <a:cxnSpLocks/>
              <a:endCxn id="112" idx="1"/>
            </p:cNvCxnSpPr>
            <p:nvPr/>
          </p:nvCxnSpPr>
          <p:spPr>
            <a:xfrm>
              <a:off x="2530915" y="1602646"/>
              <a:ext cx="576910" cy="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線コネクタ 121">
              <a:extLst>
                <a:ext uri="{FF2B5EF4-FFF2-40B4-BE49-F238E27FC236}">
                  <a16:creationId xmlns:a16="http://schemas.microsoft.com/office/drawing/2014/main" id="{6139FBEB-7668-5D21-F531-266740101BA3}"/>
                </a:ext>
              </a:extLst>
            </p:cNvPr>
            <p:cNvCxnSpPr>
              <a:cxnSpLocks/>
              <a:endCxn id="111" idx="1"/>
            </p:cNvCxnSpPr>
            <p:nvPr/>
          </p:nvCxnSpPr>
          <p:spPr>
            <a:xfrm>
              <a:off x="2530915" y="2036425"/>
              <a:ext cx="576910" cy="0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線コネクタ 122">
              <a:extLst>
                <a:ext uri="{FF2B5EF4-FFF2-40B4-BE49-F238E27FC236}">
                  <a16:creationId xmlns:a16="http://schemas.microsoft.com/office/drawing/2014/main" id="{2060760E-4E79-9B56-34F6-54512207F535}"/>
                </a:ext>
              </a:extLst>
            </p:cNvPr>
            <p:cNvCxnSpPr>
              <a:cxnSpLocks/>
              <a:endCxn id="110" idx="1"/>
            </p:cNvCxnSpPr>
            <p:nvPr/>
          </p:nvCxnSpPr>
          <p:spPr>
            <a:xfrm>
              <a:off x="2519461" y="2460718"/>
              <a:ext cx="588364" cy="1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線コネクタ 123">
              <a:extLst>
                <a:ext uri="{FF2B5EF4-FFF2-40B4-BE49-F238E27FC236}">
                  <a16:creationId xmlns:a16="http://schemas.microsoft.com/office/drawing/2014/main" id="{3624826F-3344-D1BA-5028-BA11102C4233}"/>
                </a:ext>
              </a:extLst>
            </p:cNvPr>
            <p:cNvCxnSpPr>
              <a:cxnSpLocks/>
              <a:endCxn id="109" idx="1"/>
            </p:cNvCxnSpPr>
            <p:nvPr/>
          </p:nvCxnSpPr>
          <p:spPr>
            <a:xfrm>
              <a:off x="2573395" y="2894497"/>
              <a:ext cx="534430" cy="1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線コネクタ 124">
              <a:extLst>
                <a:ext uri="{FF2B5EF4-FFF2-40B4-BE49-F238E27FC236}">
                  <a16:creationId xmlns:a16="http://schemas.microsoft.com/office/drawing/2014/main" id="{C5546A02-A5AC-E98C-4637-A6FD30FB4B1A}"/>
                </a:ext>
              </a:extLst>
            </p:cNvPr>
            <p:cNvCxnSpPr>
              <a:cxnSpLocks/>
              <a:endCxn id="108" idx="1"/>
            </p:cNvCxnSpPr>
            <p:nvPr/>
          </p:nvCxnSpPr>
          <p:spPr>
            <a:xfrm>
              <a:off x="2654416" y="3308546"/>
              <a:ext cx="453409" cy="959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線コネクタ 125">
              <a:extLst>
                <a:ext uri="{FF2B5EF4-FFF2-40B4-BE49-F238E27FC236}">
                  <a16:creationId xmlns:a16="http://schemas.microsoft.com/office/drawing/2014/main" id="{4DCD0F30-97DB-9AE3-6C93-F36911B5D511}"/>
                </a:ext>
              </a:extLst>
            </p:cNvPr>
            <p:cNvCxnSpPr>
              <a:cxnSpLocks/>
              <a:endCxn id="107" idx="1"/>
            </p:cNvCxnSpPr>
            <p:nvPr/>
          </p:nvCxnSpPr>
          <p:spPr>
            <a:xfrm>
              <a:off x="2626850" y="3743283"/>
              <a:ext cx="480975" cy="1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線コネクタ 126">
              <a:extLst>
                <a:ext uri="{FF2B5EF4-FFF2-40B4-BE49-F238E27FC236}">
                  <a16:creationId xmlns:a16="http://schemas.microsoft.com/office/drawing/2014/main" id="{E32882AC-D091-7202-E9B8-5DFC905D613C}"/>
                </a:ext>
              </a:extLst>
            </p:cNvPr>
            <p:cNvCxnSpPr>
              <a:cxnSpLocks/>
              <a:endCxn id="106" idx="1"/>
            </p:cNvCxnSpPr>
            <p:nvPr/>
          </p:nvCxnSpPr>
          <p:spPr>
            <a:xfrm>
              <a:off x="2583608" y="4165569"/>
              <a:ext cx="524217" cy="2009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線コネクタ 128">
              <a:extLst>
                <a:ext uri="{FF2B5EF4-FFF2-40B4-BE49-F238E27FC236}">
                  <a16:creationId xmlns:a16="http://schemas.microsoft.com/office/drawing/2014/main" id="{F8964688-437D-C012-AFFC-C86BEBA2FC91}"/>
                </a:ext>
              </a:extLst>
            </p:cNvPr>
            <p:cNvCxnSpPr>
              <a:cxnSpLocks/>
              <a:endCxn id="105" idx="1"/>
            </p:cNvCxnSpPr>
            <p:nvPr/>
          </p:nvCxnSpPr>
          <p:spPr>
            <a:xfrm>
              <a:off x="2597640" y="4601356"/>
              <a:ext cx="510185" cy="1"/>
            </a:xfrm>
            <a:prstGeom prst="line">
              <a:avLst/>
            </a:prstGeom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Rectangle 9">
              <a:extLst>
                <a:ext uri="{FF2B5EF4-FFF2-40B4-BE49-F238E27FC236}">
                  <a16:creationId xmlns:a16="http://schemas.microsoft.com/office/drawing/2014/main" id="{A862F886-D3F0-9671-6967-33DEE8DA8153}"/>
                </a:ext>
              </a:extLst>
            </p:cNvPr>
            <p:cNvSpPr/>
            <p:nvPr/>
          </p:nvSpPr>
          <p:spPr>
            <a:xfrm>
              <a:off x="2458144" y="1225525"/>
              <a:ext cx="491566" cy="4079651"/>
            </a:xfrm>
            <a:prstGeom prst="rect">
              <a:avLst/>
            </a:prstGeom>
            <a:solidFill>
              <a:srgbClr val="DBEEF3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0985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197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295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93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0492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590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66893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47878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1" name="TextBox 10">
              <a:extLst>
                <a:ext uri="{FF2B5EF4-FFF2-40B4-BE49-F238E27FC236}">
                  <a16:creationId xmlns:a16="http://schemas.microsoft.com/office/drawing/2014/main" id="{1B5EAC75-70C1-6677-E3F7-196EB0593666}"/>
                </a:ext>
              </a:extLst>
            </p:cNvPr>
            <p:cNvSpPr txBox="1"/>
            <p:nvPr/>
          </p:nvSpPr>
          <p:spPr>
            <a:xfrm>
              <a:off x="2994223" y="1020504"/>
              <a:ext cx="894555" cy="461665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0985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197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295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93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0492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590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66893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47878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100" b="1"/>
              </a:pPr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DMA</a:t>
              </a:r>
              <a:b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Controller</a:t>
              </a:r>
              <a:endParaRPr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2" name="テキスト ボックス 131">
              <a:extLst>
                <a:ext uri="{FF2B5EF4-FFF2-40B4-BE49-F238E27FC236}">
                  <a16:creationId xmlns:a16="http://schemas.microsoft.com/office/drawing/2014/main" id="{845E9AC9-F6DF-E9CD-0664-D164D0482514}"/>
                </a:ext>
              </a:extLst>
            </p:cNvPr>
            <p:cNvSpPr txBox="1"/>
            <p:nvPr/>
          </p:nvSpPr>
          <p:spPr>
            <a:xfrm>
              <a:off x="3251825" y="1464145"/>
              <a:ext cx="37689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#0</a:t>
              </a:r>
              <a:endParaRPr lang="ja-JP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" name="テキスト ボックス 132">
              <a:extLst>
                <a:ext uri="{FF2B5EF4-FFF2-40B4-BE49-F238E27FC236}">
                  <a16:creationId xmlns:a16="http://schemas.microsoft.com/office/drawing/2014/main" id="{AA55C49A-7C9E-34DE-9220-021292A5C2F8}"/>
                </a:ext>
              </a:extLst>
            </p:cNvPr>
            <p:cNvSpPr txBox="1"/>
            <p:nvPr/>
          </p:nvSpPr>
          <p:spPr>
            <a:xfrm>
              <a:off x="3251825" y="1897924"/>
              <a:ext cx="37689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#1</a:t>
              </a:r>
              <a:endParaRPr lang="ja-JP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4" name="テキスト ボックス 133">
              <a:extLst>
                <a:ext uri="{FF2B5EF4-FFF2-40B4-BE49-F238E27FC236}">
                  <a16:creationId xmlns:a16="http://schemas.microsoft.com/office/drawing/2014/main" id="{C67BBADF-17EB-609F-AC52-F25228261892}"/>
                </a:ext>
              </a:extLst>
            </p:cNvPr>
            <p:cNvSpPr txBox="1"/>
            <p:nvPr/>
          </p:nvSpPr>
          <p:spPr>
            <a:xfrm>
              <a:off x="3251825" y="2315645"/>
              <a:ext cx="37689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#2</a:t>
              </a:r>
              <a:endParaRPr lang="ja-JP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テキスト ボックス 134">
              <a:extLst>
                <a:ext uri="{FF2B5EF4-FFF2-40B4-BE49-F238E27FC236}">
                  <a16:creationId xmlns:a16="http://schemas.microsoft.com/office/drawing/2014/main" id="{13DC0210-03B1-B70A-8AB7-8BBEAC4FE742}"/>
                </a:ext>
              </a:extLst>
            </p:cNvPr>
            <p:cNvSpPr txBox="1"/>
            <p:nvPr/>
          </p:nvSpPr>
          <p:spPr>
            <a:xfrm>
              <a:off x="3251825" y="2749424"/>
              <a:ext cx="37689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#3</a:t>
              </a:r>
              <a:endParaRPr lang="ja-JP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6" name="テキスト ボックス 135">
              <a:extLst>
                <a:ext uri="{FF2B5EF4-FFF2-40B4-BE49-F238E27FC236}">
                  <a16:creationId xmlns:a16="http://schemas.microsoft.com/office/drawing/2014/main" id="{18505C89-EC11-FCFB-56DF-78A6E896088D}"/>
                </a:ext>
              </a:extLst>
            </p:cNvPr>
            <p:cNvSpPr txBox="1"/>
            <p:nvPr/>
          </p:nvSpPr>
          <p:spPr>
            <a:xfrm>
              <a:off x="3255012" y="3181096"/>
              <a:ext cx="37689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#4</a:t>
              </a:r>
              <a:endParaRPr lang="ja-JP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7" name="テキスト ボックス 136">
              <a:extLst>
                <a:ext uri="{FF2B5EF4-FFF2-40B4-BE49-F238E27FC236}">
                  <a16:creationId xmlns:a16="http://schemas.microsoft.com/office/drawing/2014/main" id="{C2F2011D-3C48-764D-26D7-578BCFC4DE5C}"/>
                </a:ext>
              </a:extLst>
            </p:cNvPr>
            <p:cNvSpPr txBox="1"/>
            <p:nvPr/>
          </p:nvSpPr>
          <p:spPr>
            <a:xfrm>
              <a:off x="3255012" y="3614875"/>
              <a:ext cx="376893" cy="276999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ja-JP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#5</a:t>
              </a:r>
              <a:endParaRPr lang="ja-JP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8" name="テキスト ボックス 137">
              <a:extLst>
                <a:ext uri="{FF2B5EF4-FFF2-40B4-BE49-F238E27FC236}">
                  <a16:creationId xmlns:a16="http://schemas.microsoft.com/office/drawing/2014/main" id="{FD97F9A3-D587-DF3C-4F2F-5AB3E925AA8B}"/>
                </a:ext>
              </a:extLst>
            </p:cNvPr>
            <p:cNvSpPr txBox="1"/>
            <p:nvPr/>
          </p:nvSpPr>
          <p:spPr>
            <a:xfrm>
              <a:off x="3255012" y="4032596"/>
              <a:ext cx="37689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#6</a:t>
              </a:r>
              <a:endParaRPr lang="ja-JP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6" name="テキスト ボックス 155">
              <a:extLst>
                <a:ext uri="{FF2B5EF4-FFF2-40B4-BE49-F238E27FC236}">
                  <a16:creationId xmlns:a16="http://schemas.microsoft.com/office/drawing/2014/main" id="{91216A99-689B-F19D-AB31-B15ACF14A773}"/>
                </a:ext>
              </a:extLst>
            </p:cNvPr>
            <p:cNvSpPr txBox="1"/>
            <p:nvPr/>
          </p:nvSpPr>
          <p:spPr>
            <a:xfrm>
              <a:off x="3255012" y="4466375"/>
              <a:ext cx="37689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#7</a:t>
              </a:r>
              <a:endParaRPr lang="ja-JP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8" name="コネクタ: カギ線 157">
              <a:extLst>
                <a:ext uri="{FF2B5EF4-FFF2-40B4-BE49-F238E27FC236}">
                  <a16:creationId xmlns:a16="http://schemas.microsoft.com/office/drawing/2014/main" id="{A35BCE54-DB45-A08C-4FD5-0EF6765A186A}"/>
                </a:ext>
              </a:extLst>
            </p:cNvPr>
            <p:cNvCxnSpPr>
              <a:cxnSpLocks/>
              <a:stCxn id="75" idx="3"/>
              <a:endCxn id="73" idx="3"/>
            </p:cNvCxnSpPr>
            <p:nvPr/>
          </p:nvCxnSpPr>
          <p:spPr>
            <a:xfrm>
              <a:off x="1955680" y="4573584"/>
              <a:ext cx="4144" cy="340081"/>
            </a:xfrm>
            <a:prstGeom prst="bentConnector3">
              <a:avLst>
                <a:gd name="adj1" fmla="val 10009122"/>
              </a:avLst>
            </a:prstGeom>
            <a:ln>
              <a:solidFill>
                <a:schemeClr val="tx1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線矢印コネクタ 193">
              <a:extLst>
                <a:ext uri="{FF2B5EF4-FFF2-40B4-BE49-F238E27FC236}">
                  <a16:creationId xmlns:a16="http://schemas.microsoft.com/office/drawing/2014/main" id="{18BB0CBE-14B1-34CC-F888-9857441B655C}"/>
                </a:ext>
              </a:extLst>
            </p:cNvPr>
            <p:cNvCxnSpPr>
              <a:cxnSpLocks/>
              <a:endCxn id="215" idx="0"/>
            </p:cNvCxnSpPr>
            <p:nvPr/>
          </p:nvCxnSpPr>
          <p:spPr>
            <a:xfrm>
              <a:off x="1961698" y="5111320"/>
              <a:ext cx="517064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線矢印コネクタ 194">
              <a:extLst>
                <a:ext uri="{FF2B5EF4-FFF2-40B4-BE49-F238E27FC236}">
                  <a16:creationId xmlns:a16="http://schemas.microsoft.com/office/drawing/2014/main" id="{83A62F3E-7DA6-F2E8-8991-0E9F38EB5E3D}"/>
                </a:ext>
              </a:extLst>
            </p:cNvPr>
            <p:cNvCxnSpPr>
              <a:cxnSpLocks/>
            </p:cNvCxnSpPr>
            <p:nvPr/>
          </p:nvCxnSpPr>
          <p:spPr>
            <a:xfrm>
              <a:off x="6240804" y="4633106"/>
              <a:ext cx="2" cy="1835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テキスト ボックス 195">
              <a:extLst>
                <a:ext uri="{FF2B5EF4-FFF2-40B4-BE49-F238E27FC236}">
                  <a16:creationId xmlns:a16="http://schemas.microsoft.com/office/drawing/2014/main" id="{8F0901A0-FA79-D003-04BE-9A633AFF6E62}"/>
                </a:ext>
              </a:extLst>
            </p:cNvPr>
            <p:cNvSpPr txBox="1"/>
            <p:nvPr/>
          </p:nvSpPr>
          <p:spPr>
            <a:xfrm>
              <a:off x="5033550" y="910863"/>
              <a:ext cx="128234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IMAX 8 Lane</a:t>
              </a:r>
              <a:endParaRPr lang="ja-JP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7" name="Rectangle 18">
              <a:extLst>
                <a:ext uri="{FF2B5EF4-FFF2-40B4-BE49-F238E27FC236}">
                  <a16:creationId xmlns:a16="http://schemas.microsoft.com/office/drawing/2014/main" id="{1B5826A8-8767-1666-C48D-5BB3A2E19282}"/>
                </a:ext>
              </a:extLst>
            </p:cNvPr>
            <p:cNvSpPr/>
            <p:nvPr/>
          </p:nvSpPr>
          <p:spPr>
            <a:xfrm>
              <a:off x="4639181" y="1288002"/>
              <a:ext cx="2101562" cy="3935823"/>
            </a:xfrm>
            <a:prstGeom prst="rect">
              <a:avLst/>
            </a:prstGeom>
            <a:solidFill>
              <a:srgbClr val="E7EBEE"/>
            </a:solidFill>
            <a:ln w="19050">
              <a:solidFill>
                <a:srgbClr val="000000"/>
              </a:solidFill>
              <a:prstDash val="dashDot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0985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197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295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93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0492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590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66893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47878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98" name="グループ化 197">
              <a:extLst>
                <a:ext uri="{FF2B5EF4-FFF2-40B4-BE49-F238E27FC236}">
                  <a16:creationId xmlns:a16="http://schemas.microsoft.com/office/drawing/2014/main" id="{9BD1E44D-917B-D660-16A9-980A37882283}"/>
                </a:ext>
              </a:extLst>
            </p:cNvPr>
            <p:cNvGrpSpPr/>
            <p:nvPr/>
          </p:nvGrpSpPr>
          <p:grpSpPr>
            <a:xfrm>
              <a:off x="4726382" y="1366883"/>
              <a:ext cx="920297" cy="893919"/>
              <a:chOff x="5978930" y="5568471"/>
              <a:chExt cx="900000" cy="900000"/>
            </a:xfrm>
          </p:grpSpPr>
          <p:sp>
            <p:nvSpPr>
              <p:cNvPr id="1439" name="Rectangle 1052">
                <a:extLst>
                  <a:ext uri="{FF2B5EF4-FFF2-40B4-BE49-F238E27FC236}">
                    <a16:creationId xmlns:a16="http://schemas.microsoft.com/office/drawing/2014/main" id="{96D453AB-772A-3958-3CA5-8D0E252F91E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978930" y="5568471"/>
                <a:ext cx="900000" cy="900000"/>
              </a:xfrm>
              <a:prstGeom prst="rect">
                <a:avLst/>
              </a:prstGeom>
              <a:solidFill>
                <a:srgbClr val="FBEADA"/>
              </a:solidFill>
              <a:ln w="12700"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altLang="ja-JP" sz="1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440" name="グループ化 1439">
                <a:extLst>
                  <a:ext uri="{FF2B5EF4-FFF2-40B4-BE49-F238E27FC236}">
                    <a16:creationId xmlns:a16="http://schemas.microsoft.com/office/drawing/2014/main" id="{310D368A-54E9-88B3-B193-4AD8754C757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016049" y="5608981"/>
                <a:ext cx="828000" cy="828000"/>
                <a:chOff x="4764619" y="1854439"/>
                <a:chExt cx="2643849" cy="1867106"/>
              </a:xfrm>
            </p:grpSpPr>
            <p:sp>
              <p:nvSpPr>
                <p:cNvPr id="1441" name="Rectangle 24">
                  <a:extLst>
                    <a:ext uri="{FF2B5EF4-FFF2-40B4-BE49-F238E27FC236}">
                      <a16:creationId xmlns:a16="http://schemas.microsoft.com/office/drawing/2014/main" id="{95F01E44-F3A6-8F81-E9D5-A8874DB51887}"/>
                    </a:ext>
                  </a:extLst>
                </p:cNvPr>
                <p:cNvSpPr/>
                <p:nvPr/>
              </p:nvSpPr>
              <p:spPr>
                <a:xfrm>
                  <a:off x="4765255" y="185672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42" name="Rectangle 25">
                  <a:extLst>
                    <a:ext uri="{FF2B5EF4-FFF2-40B4-BE49-F238E27FC236}">
                      <a16:creationId xmlns:a16="http://schemas.microsoft.com/office/drawing/2014/main" id="{A0977EB2-EF9C-9E7E-EA60-97228C1A62D9}"/>
                    </a:ext>
                  </a:extLst>
                </p:cNvPr>
                <p:cNvSpPr/>
                <p:nvPr/>
              </p:nvSpPr>
              <p:spPr>
                <a:xfrm>
                  <a:off x="4900588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43" name="Rectangle 26">
                  <a:extLst>
                    <a:ext uri="{FF2B5EF4-FFF2-40B4-BE49-F238E27FC236}">
                      <a16:creationId xmlns:a16="http://schemas.microsoft.com/office/drawing/2014/main" id="{1B67B727-7AFA-2C69-90C3-6DADCD3A5D03}"/>
                    </a:ext>
                  </a:extLst>
                </p:cNvPr>
                <p:cNvSpPr/>
                <p:nvPr/>
              </p:nvSpPr>
              <p:spPr>
                <a:xfrm>
                  <a:off x="5096988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44" name="Rectangle 27">
                  <a:extLst>
                    <a:ext uri="{FF2B5EF4-FFF2-40B4-BE49-F238E27FC236}">
                      <a16:creationId xmlns:a16="http://schemas.microsoft.com/office/drawing/2014/main" id="{469884DE-3D00-1629-D804-A2991052B516}"/>
                    </a:ext>
                  </a:extLst>
                </p:cNvPr>
                <p:cNvSpPr/>
                <p:nvPr/>
              </p:nvSpPr>
              <p:spPr>
                <a:xfrm>
                  <a:off x="5232958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45" name="Rectangle 28">
                  <a:extLst>
                    <a:ext uri="{FF2B5EF4-FFF2-40B4-BE49-F238E27FC236}">
                      <a16:creationId xmlns:a16="http://schemas.microsoft.com/office/drawing/2014/main" id="{2A8E801B-FD9B-6924-FB2C-5A4BB93444BD}"/>
                    </a:ext>
                  </a:extLst>
                </p:cNvPr>
                <p:cNvSpPr/>
                <p:nvPr/>
              </p:nvSpPr>
              <p:spPr>
                <a:xfrm>
                  <a:off x="5429358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46" name="Rectangle 29">
                  <a:extLst>
                    <a:ext uri="{FF2B5EF4-FFF2-40B4-BE49-F238E27FC236}">
                      <a16:creationId xmlns:a16="http://schemas.microsoft.com/office/drawing/2014/main" id="{D7602C50-7340-7B41-8BC9-01C1FABB0344}"/>
                    </a:ext>
                  </a:extLst>
                </p:cNvPr>
                <p:cNvSpPr/>
                <p:nvPr/>
              </p:nvSpPr>
              <p:spPr>
                <a:xfrm>
                  <a:off x="5565328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47" name="Rectangle 30">
                  <a:extLst>
                    <a:ext uri="{FF2B5EF4-FFF2-40B4-BE49-F238E27FC236}">
                      <a16:creationId xmlns:a16="http://schemas.microsoft.com/office/drawing/2014/main" id="{74B13A97-61D3-938D-B546-5894A6995FFF}"/>
                    </a:ext>
                  </a:extLst>
                </p:cNvPr>
                <p:cNvSpPr/>
                <p:nvPr/>
              </p:nvSpPr>
              <p:spPr>
                <a:xfrm>
                  <a:off x="5761728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48" name="Rectangle 31">
                  <a:extLst>
                    <a:ext uri="{FF2B5EF4-FFF2-40B4-BE49-F238E27FC236}">
                      <a16:creationId xmlns:a16="http://schemas.microsoft.com/office/drawing/2014/main" id="{C42123B9-1C27-D37D-7EBC-30E1EAEEA0CE}"/>
                    </a:ext>
                  </a:extLst>
                </p:cNvPr>
                <p:cNvSpPr/>
                <p:nvPr/>
              </p:nvSpPr>
              <p:spPr>
                <a:xfrm>
                  <a:off x="5897697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49" name="Rectangle 32">
                  <a:extLst>
                    <a:ext uri="{FF2B5EF4-FFF2-40B4-BE49-F238E27FC236}">
                      <a16:creationId xmlns:a16="http://schemas.microsoft.com/office/drawing/2014/main" id="{D9A46199-4F5C-C536-D824-DFEA72093DBA}"/>
                    </a:ext>
                  </a:extLst>
                </p:cNvPr>
                <p:cNvSpPr/>
                <p:nvPr/>
              </p:nvSpPr>
              <p:spPr>
                <a:xfrm>
                  <a:off x="6094098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50" name="Rectangle 33">
                  <a:extLst>
                    <a:ext uri="{FF2B5EF4-FFF2-40B4-BE49-F238E27FC236}">
                      <a16:creationId xmlns:a16="http://schemas.microsoft.com/office/drawing/2014/main" id="{4E74B07C-8280-668A-3CD4-E9DC45C8DF30}"/>
                    </a:ext>
                  </a:extLst>
                </p:cNvPr>
                <p:cNvSpPr/>
                <p:nvPr/>
              </p:nvSpPr>
              <p:spPr>
                <a:xfrm>
                  <a:off x="6230067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51" name="Rectangle 34">
                  <a:extLst>
                    <a:ext uri="{FF2B5EF4-FFF2-40B4-BE49-F238E27FC236}">
                      <a16:creationId xmlns:a16="http://schemas.microsoft.com/office/drawing/2014/main" id="{51447BDA-BBB6-6644-512F-20E594637900}"/>
                    </a:ext>
                  </a:extLst>
                </p:cNvPr>
                <p:cNvSpPr/>
                <p:nvPr/>
              </p:nvSpPr>
              <p:spPr>
                <a:xfrm>
                  <a:off x="6426467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52" name="Rectangle 35">
                  <a:extLst>
                    <a:ext uri="{FF2B5EF4-FFF2-40B4-BE49-F238E27FC236}">
                      <a16:creationId xmlns:a16="http://schemas.microsoft.com/office/drawing/2014/main" id="{40B586F0-FC29-6EF5-52C5-67A6F286481A}"/>
                    </a:ext>
                  </a:extLst>
                </p:cNvPr>
                <p:cNvSpPr/>
                <p:nvPr/>
              </p:nvSpPr>
              <p:spPr>
                <a:xfrm>
                  <a:off x="6562436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53" name="Rectangle 36">
                  <a:extLst>
                    <a:ext uri="{FF2B5EF4-FFF2-40B4-BE49-F238E27FC236}">
                      <a16:creationId xmlns:a16="http://schemas.microsoft.com/office/drawing/2014/main" id="{318CA1C9-DC15-1064-B1A8-2F55C0241AE5}"/>
                    </a:ext>
                  </a:extLst>
                </p:cNvPr>
                <p:cNvSpPr/>
                <p:nvPr/>
              </p:nvSpPr>
              <p:spPr>
                <a:xfrm>
                  <a:off x="6758836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54" name="Rectangle 37">
                  <a:extLst>
                    <a:ext uri="{FF2B5EF4-FFF2-40B4-BE49-F238E27FC236}">
                      <a16:creationId xmlns:a16="http://schemas.microsoft.com/office/drawing/2014/main" id="{F43A1AAD-2487-0B62-067E-FA2D6A01EB5E}"/>
                    </a:ext>
                  </a:extLst>
                </p:cNvPr>
                <p:cNvSpPr/>
                <p:nvPr/>
              </p:nvSpPr>
              <p:spPr>
                <a:xfrm>
                  <a:off x="6894806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55" name="Rectangle 38">
                  <a:extLst>
                    <a:ext uri="{FF2B5EF4-FFF2-40B4-BE49-F238E27FC236}">
                      <a16:creationId xmlns:a16="http://schemas.microsoft.com/office/drawing/2014/main" id="{E1C6837A-325C-D1D0-0FC5-959EDCBCFA01}"/>
                    </a:ext>
                  </a:extLst>
                </p:cNvPr>
                <p:cNvSpPr/>
                <p:nvPr/>
              </p:nvSpPr>
              <p:spPr>
                <a:xfrm>
                  <a:off x="7091206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56" name="Rectangle 39">
                  <a:extLst>
                    <a:ext uri="{FF2B5EF4-FFF2-40B4-BE49-F238E27FC236}">
                      <a16:creationId xmlns:a16="http://schemas.microsoft.com/office/drawing/2014/main" id="{8AD287AD-848D-ABF4-FC6B-C563C4AAB0C6}"/>
                    </a:ext>
                  </a:extLst>
                </p:cNvPr>
                <p:cNvSpPr/>
                <p:nvPr/>
              </p:nvSpPr>
              <p:spPr>
                <a:xfrm>
                  <a:off x="7227175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57" name="Rectangle 88">
                  <a:extLst>
                    <a:ext uri="{FF2B5EF4-FFF2-40B4-BE49-F238E27FC236}">
                      <a16:creationId xmlns:a16="http://schemas.microsoft.com/office/drawing/2014/main" id="{CA5DC679-4568-CE73-CC70-E4CCC81AD6B6}"/>
                    </a:ext>
                  </a:extLst>
                </p:cNvPr>
                <p:cNvSpPr/>
                <p:nvPr/>
              </p:nvSpPr>
              <p:spPr>
                <a:xfrm>
                  <a:off x="4764619" y="2085888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58" name="Rectangle 89">
                  <a:extLst>
                    <a:ext uri="{FF2B5EF4-FFF2-40B4-BE49-F238E27FC236}">
                      <a16:creationId xmlns:a16="http://schemas.microsoft.com/office/drawing/2014/main" id="{9BD4DA13-6190-F053-C1EE-9DCFAD8A4CCA}"/>
                    </a:ext>
                  </a:extLst>
                </p:cNvPr>
                <p:cNvSpPr/>
                <p:nvPr/>
              </p:nvSpPr>
              <p:spPr>
                <a:xfrm>
                  <a:off x="4900588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59" name="Rectangle 90">
                  <a:extLst>
                    <a:ext uri="{FF2B5EF4-FFF2-40B4-BE49-F238E27FC236}">
                      <a16:creationId xmlns:a16="http://schemas.microsoft.com/office/drawing/2014/main" id="{54DAE1AD-7F18-CBF4-8344-A3B8968DAF99}"/>
                    </a:ext>
                  </a:extLst>
                </p:cNvPr>
                <p:cNvSpPr/>
                <p:nvPr/>
              </p:nvSpPr>
              <p:spPr>
                <a:xfrm>
                  <a:off x="5096988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60" name="Rectangle 91">
                  <a:extLst>
                    <a:ext uri="{FF2B5EF4-FFF2-40B4-BE49-F238E27FC236}">
                      <a16:creationId xmlns:a16="http://schemas.microsoft.com/office/drawing/2014/main" id="{3681B49C-473A-D4C0-9ABE-BE124696D5A5}"/>
                    </a:ext>
                  </a:extLst>
                </p:cNvPr>
                <p:cNvSpPr/>
                <p:nvPr/>
              </p:nvSpPr>
              <p:spPr>
                <a:xfrm>
                  <a:off x="5232958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61" name="Rectangle 92">
                  <a:extLst>
                    <a:ext uri="{FF2B5EF4-FFF2-40B4-BE49-F238E27FC236}">
                      <a16:creationId xmlns:a16="http://schemas.microsoft.com/office/drawing/2014/main" id="{B622C273-43EE-B12F-4A3C-F446C4C056E0}"/>
                    </a:ext>
                  </a:extLst>
                </p:cNvPr>
                <p:cNvSpPr/>
                <p:nvPr/>
              </p:nvSpPr>
              <p:spPr>
                <a:xfrm>
                  <a:off x="5429358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62" name="Rectangle 93">
                  <a:extLst>
                    <a:ext uri="{FF2B5EF4-FFF2-40B4-BE49-F238E27FC236}">
                      <a16:creationId xmlns:a16="http://schemas.microsoft.com/office/drawing/2014/main" id="{674D070E-957A-6C5C-24F2-02FBC511B3B4}"/>
                    </a:ext>
                  </a:extLst>
                </p:cNvPr>
                <p:cNvSpPr/>
                <p:nvPr/>
              </p:nvSpPr>
              <p:spPr>
                <a:xfrm>
                  <a:off x="5565328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63" name="Rectangle 94">
                  <a:extLst>
                    <a:ext uri="{FF2B5EF4-FFF2-40B4-BE49-F238E27FC236}">
                      <a16:creationId xmlns:a16="http://schemas.microsoft.com/office/drawing/2014/main" id="{05DD1243-961D-8F26-0846-9CC714BDAB50}"/>
                    </a:ext>
                  </a:extLst>
                </p:cNvPr>
                <p:cNvSpPr/>
                <p:nvPr/>
              </p:nvSpPr>
              <p:spPr>
                <a:xfrm>
                  <a:off x="5761728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64" name="Rectangle 95">
                  <a:extLst>
                    <a:ext uri="{FF2B5EF4-FFF2-40B4-BE49-F238E27FC236}">
                      <a16:creationId xmlns:a16="http://schemas.microsoft.com/office/drawing/2014/main" id="{3F597EA5-B6CB-7D4D-7DEA-EAFEA34D5887}"/>
                    </a:ext>
                  </a:extLst>
                </p:cNvPr>
                <p:cNvSpPr/>
                <p:nvPr/>
              </p:nvSpPr>
              <p:spPr>
                <a:xfrm>
                  <a:off x="5897697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65" name="Rectangle 96">
                  <a:extLst>
                    <a:ext uri="{FF2B5EF4-FFF2-40B4-BE49-F238E27FC236}">
                      <a16:creationId xmlns:a16="http://schemas.microsoft.com/office/drawing/2014/main" id="{27E4D00C-AF44-45FE-AD0B-14ADA22D8318}"/>
                    </a:ext>
                  </a:extLst>
                </p:cNvPr>
                <p:cNvSpPr/>
                <p:nvPr/>
              </p:nvSpPr>
              <p:spPr>
                <a:xfrm>
                  <a:off x="6094098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66" name="Rectangle 97">
                  <a:extLst>
                    <a:ext uri="{FF2B5EF4-FFF2-40B4-BE49-F238E27FC236}">
                      <a16:creationId xmlns:a16="http://schemas.microsoft.com/office/drawing/2014/main" id="{073358FF-16C7-202E-47FC-EF72CB9F1AF7}"/>
                    </a:ext>
                  </a:extLst>
                </p:cNvPr>
                <p:cNvSpPr/>
                <p:nvPr/>
              </p:nvSpPr>
              <p:spPr>
                <a:xfrm>
                  <a:off x="6230067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67" name="Rectangle 98">
                  <a:extLst>
                    <a:ext uri="{FF2B5EF4-FFF2-40B4-BE49-F238E27FC236}">
                      <a16:creationId xmlns:a16="http://schemas.microsoft.com/office/drawing/2014/main" id="{B997C886-3321-7761-BE53-FD40AC01C8E2}"/>
                    </a:ext>
                  </a:extLst>
                </p:cNvPr>
                <p:cNvSpPr/>
                <p:nvPr/>
              </p:nvSpPr>
              <p:spPr>
                <a:xfrm>
                  <a:off x="6426467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68" name="Rectangle 99">
                  <a:extLst>
                    <a:ext uri="{FF2B5EF4-FFF2-40B4-BE49-F238E27FC236}">
                      <a16:creationId xmlns:a16="http://schemas.microsoft.com/office/drawing/2014/main" id="{BC21A70D-8748-6CC1-4075-60C75C2F3328}"/>
                    </a:ext>
                  </a:extLst>
                </p:cNvPr>
                <p:cNvSpPr/>
                <p:nvPr/>
              </p:nvSpPr>
              <p:spPr>
                <a:xfrm>
                  <a:off x="6562436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69" name="Rectangle 100">
                  <a:extLst>
                    <a:ext uri="{FF2B5EF4-FFF2-40B4-BE49-F238E27FC236}">
                      <a16:creationId xmlns:a16="http://schemas.microsoft.com/office/drawing/2014/main" id="{EF8D20E4-C60A-7AE9-E9EE-57DB7E6AF023}"/>
                    </a:ext>
                  </a:extLst>
                </p:cNvPr>
                <p:cNvSpPr/>
                <p:nvPr/>
              </p:nvSpPr>
              <p:spPr>
                <a:xfrm>
                  <a:off x="6758836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70" name="Rectangle 101">
                  <a:extLst>
                    <a:ext uri="{FF2B5EF4-FFF2-40B4-BE49-F238E27FC236}">
                      <a16:creationId xmlns:a16="http://schemas.microsoft.com/office/drawing/2014/main" id="{50F7771E-767E-1930-22BA-55E324F84AC7}"/>
                    </a:ext>
                  </a:extLst>
                </p:cNvPr>
                <p:cNvSpPr/>
                <p:nvPr/>
              </p:nvSpPr>
              <p:spPr>
                <a:xfrm>
                  <a:off x="6894806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71" name="Rectangle 102">
                  <a:extLst>
                    <a:ext uri="{FF2B5EF4-FFF2-40B4-BE49-F238E27FC236}">
                      <a16:creationId xmlns:a16="http://schemas.microsoft.com/office/drawing/2014/main" id="{9F26394A-2BA2-3820-E7AC-C3FAD732BF93}"/>
                    </a:ext>
                  </a:extLst>
                </p:cNvPr>
                <p:cNvSpPr/>
                <p:nvPr/>
              </p:nvSpPr>
              <p:spPr>
                <a:xfrm>
                  <a:off x="7091206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72" name="Rectangle 103">
                  <a:extLst>
                    <a:ext uri="{FF2B5EF4-FFF2-40B4-BE49-F238E27FC236}">
                      <a16:creationId xmlns:a16="http://schemas.microsoft.com/office/drawing/2014/main" id="{A186EA7B-C841-7D32-21AD-05DB6A18AC00}"/>
                    </a:ext>
                  </a:extLst>
                </p:cNvPr>
                <p:cNvSpPr/>
                <p:nvPr/>
              </p:nvSpPr>
              <p:spPr>
                <a:xfrm>
                  <a:off x="7227175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73" name="Rectangle 24">
                  <a:extLst>
                    <a:ext uri="{FF2B5EF4-FFF2-40B4-BE49-F238E27FC236}">
                      <a16:creationId xmlns:a16="http://schemas.microsoft.com/office/drawing/2014/main" id="{C94B20CC-624B-D1B6-5A8C-663E91F03E82}"/>
                    </a:ext>
                  </a:extLst>
                </p:cNvPr>
                <p:cNvSpPr/>
                <p:nvPr/>
              </p:nvSpPr>
              <p:spPr>
                <a:xfrm>
                  <a:off x="4765255" y="23361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74" name="Rectangle 25">
                  <a:extLst>
                    <a:ext uri="{FF2B5EF4-FFF2-40B4-BE49-F238E27FC236}">
                      <a16:creationId xmlns:a16="http://schemas.microsoft.com/office/drawing/2014/main" id="{05F65111-FEDB-F9C7-49E8-F22F67B31B05}"/>
                    </a:ext>
                  </a:extLst>
                </p:cNvPr>
                <p:cNvSpPr/>
                <p:nvPr/>
              </p:nvSpPr>
              <p:spPr>
                <a:xfrm>
                  <a:off x="4900588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75" name="Rectangle 26">
                  <a:extLst>
                    <a:ext uri="{FF2B5EF4-FFF2-40B4-BE49-F238E27FC236}">
                      <a16:creationId xmlns:a16="http://schemas.microsoft.com/office/drawing/2014/main" id="{74BCDBE1-0E38-2EEC-8EA5-C516654B0B4B}"/>
                    </a:ext>
                  </a:extLst>
                </p:cNvPr>
                <p:cNvSpPr/>
                <p:nvPr/>
              </p:nvSpPr>
              <p:spPr>
                <a:xfrm>
                  <a:off x="5096988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76" name="Rectangle 27">
                  <a:extLst>
                    <a:ext uri="{FF2B5EF4-FFF2-40B4-BE49-F238E27FC236}">
                      <a16:creationId xmlns:a16="http://schemas.microsoft.com/office/drawing/2014/main" id="{EBE4B7B0-284A-71F7-0CC3-922CECC3FF0C}"/>
                    </a:ext>
                  </a:extLst>
                </p:cNvPr>
                <p:cNvSpPr/>
                <p:nvPr/>
              </p:nvSpPr>
              <p:spPr>
                <a:xfrm>
                  <a:off x="5232958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77" name="Rectangle 28">
                  <a:extLst>
                    <a:ext uri="{FF2B5EF4-FFF2-40B4-BE49-F238E27FC236}">
                      <a16:creationId xmlns:a16="http://schemas.microsoft.com/office/drawing/2014/main" id="{1253A81B-EED8-BD81-92B3-5AE2EF20B3D9}"/>
                    </a:ext>
                  </a:extLst>
                </p:cNvPr>
                <p:cNvSpPr/>
                <p:nvPr/>
              </p:nvSpPr>
              <p:spPr>
                <a:xfrm>
                  <a:off x="5429358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78" name="Rectangle 29">
                  <a:extLst>
                    <a:ext uri="{FF2B5EF4-FFF2-40B4-BE49-F238E27FC236}">
                      <a16:creationId xmlns:a16="http://schemas.microsoft.com/office/drawing/2014/main" id="{644CD9E8-F4CA-6B39-6BDC-9A6A379326B4}"/>
                    </a:ext>
                  </a:extLst>
                </p:cNvPr>
                <p:cNvSpPr/>
                <p:nvPr/>
              </p:nvSpPr>
              <p:spPr>
                <a:xfrm>
                  <a:off x="5565328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79" name="Rectangle 30">
                  <a:extLst>
                    <a:ext uri="{FF2B5EF4-FFF2-40B4-BE49-F238E27FC236}">
                      <a16:creationId xmlns:a16="http://schemas.microsoft.com/office/drawing/2014/main" id="{95A369EE-8BF6-3D0D-2743-7100B5E35EEE}"/>
                    </a:ext>
                  </a:extLst>
                </p:cNvPr>
                <p:cNvSpPr/>
                <p:nvPr/>
              </p:nvSpPr>
              <p:spPr>
                <a:xfrm>
                  <a:off x="5761728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80" name="Rectangle 31">
                  <a:extLst>
                    <a:ext uri="{FF2B5EF4-FFF2-40B4-BE49-F238E27FC236}">
                      <a16:creationId xmlns:a16="http://schemas.microsoft.com/office/drawing/2014/main" id="{B9F80D97-1FC4-DB0B-AF40-9D2663C91278}"/>
                    </a:ext>
                  </a:extLst>
                </p:cNvPr>
                <p:cNvSpPr/>
                <p:nvPr/>
              </p:nvSpPr>
              <p:spPr>
                <a:xfrm>
                  <a:off x="5897697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81" name="Rectangle 32">
                  <a:extLst>
                    <a:ext uri="{FF2B5EF4-FFF2-40B4-BE49-F238E27FC236}">
                      <a16:creationId xmlns:a16="http://schemas.microsoft.com/office/drawing/2014/main" id="{5085BFFA-9308-7A42-1C1D-EF54ECBFC35D}"/>
                    </a:ext>
                  </a:extLst>
                </p:cNvPr>
                <p:cNvSpPr/>
                <p:nvPr/>
              </p:nvSpPr>
              <p:spPr>
                <a:xfrm>
                  <a:off x="6094098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82" name="Rectangle 33">
                  <a:extLst>
                    <a:ext uri="{FF2B5EF4-FFF2-40B4-BE49-F238E27FC236}">
                      <a16:creationId xmlns:a16="http://schemas.microsoft.com/office/drawing/2014/main" id="{B2CB6AAA-8C7E-5B1A-DE05-10870488A9CB}"/>
                    </a:ext>
                  </a:extLst>
                </p:cNvPr>
                <p:cNvSpPr/>
                <p:nvPr/>
              </p:nvSpPr>
              <p:spPr>
                <a:xfrm>
                  <a:off x="6230067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83" name="Rectangle 34">
                  <a:extLst>
                    <a:ext uri="{FF2B5EF4-FFF2-40B4-BE49-F238E27FC236}">
                      <a16:creationId xmlns:a16="http://schemas.microsoft.com/office/drawing/2014/main" id="{6D7A59FE-FC20-C659-F941-1E68CFEB3818}"/>
                    </a:ext>
                  </a:extLst>
                </p:cNvPr>
                <p:cNvSpPr/>
                <p:nvPr/>
              </p:nvSpPr>
              <p:spPr>
                <a:xfrm>
                  <a:off x="6426467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84" name="Rectangle 35">
                  <a:extLst>
                    <a:ext uri="{FF2B5EF4-FFF2-40B4-BE49-F238E27FC236}">
                      <a16:creationId xmlns:a16="http://schemas.microsoft.com/office/drawing/2014/main" id="{7A478170-2DED-4350-C736-D8A006E7E27D}"/>
                    </a:ext>
                  </a:extLst>
                </p:cNvPr>
                <p:cNvSpPr/>
                <p:nvPr/>
              </p:nvSpPr>
              <p:spPr>
                <a:xfrm>
                  <a:off x="6562436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85" name="Rectangle 36">
                  <a:extLst>
                    <a:ext uri="{FF2B5EF4-FFF2-40B4-BE49-F238E27FC236}">
                      <a16:creationId xmlns:a16="http://schemas.microsoft.com/office/drawing/2014/main" id="{FAE9975C-2221-B04D-63DC-9F3A14800668}"/>
                    </a:ext>
                  </a:extLst>
                </p:cNvPr>
                <p:cNvSpPr/>
                <p:nvPr/>
              </p:nvSpPr>
              <p:spPr>
                <a:xfrm>
                  <a:off x="6758836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86" name="Rectangle 37">
                  <a:extLst>
                    <a:ext uri="{FF2B5EF4-FFF2-40B4-BE49-F238E27FC236}">
                      <a16:creationId xmlns:a16="http://schemas.microsoft.com/office/drawing/2014/main" id="{6BB9081D-E663-1C37-987E-9BE411DE686E}"/>
                    </a:ext>
                  </a:extLst>
                </p:cNvPr>
                <p:cNvSpPr/>
                <p:nvPr/>
              </p:nvSpPr>
              <p:spPr>
                <a:xfrm>
                  <a:off x="6894806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87" name="Rectangle 38">
                  <a:extLst>
                    <a:ext uri="{FF2B5EF4-FFF2-40B4-BE49-F238E27FC236}">
                      <a16:creationId xmlns:a16="http://schemas.microsoft.com/office/drawing/2014/main" id="{BCF0FE5A-59F4-D19E-4BBB-884259365FB9}"/>
                    </a:ext>
                  </a:extLst>
                </p:cNvPr>
                <p:cNvSpPr/>
                <p:nvPr/>
              </p:nvSpPr>
              <p:spPr>
                <a:xfrm>
                  <a:off x="7091206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88" name="Rectangle 39">
                  <a:extLst>
                    <a:ext uri="{FF2B5EF4-FFF2-40B4-BE49-F238E27FC236}">
                      <a16:creationId xmlns:a16="http://schemas.microsoft.com/office/drawing/2014/main" id="{2C156B59-3CCB-FB1D-F317-6D693B506CB8}"/>
                    </a:ext>
                  </a:extLst>
                </p:cNvPr>
                <p:cNvSpPr/>
                <p:nvPr/>
              </p:nvSpPr>
              <p:spPr>
                <a:xfrm>
                  <a:off x="7227175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89" name="Rectangle 88">
                  <a:extLst>
                    <a:ext uri="{FF2B5EF4-FFF2-40B4-BE49-F238E27FC236}">
                      <a16:creationId xmlns:a16="http://schemas.microsoft.com/office/drawing/2014/main" id="{AB800A4E-0AEB-A7D5-CDB8-0B8B42C9D0F5}"/>
                    </a:ext>
                  </a:extLst>
                </p:cNvPr>
                <p:cNvSpPr/>
                <p:nvPr/>
              </p:nvSpPr>
              <p:spPr>
                <a:xfrm>
                  <a:off x="4764619" y="2565304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90" name="Rectangle 89">
                  <a:extLst>
                    <a:ext uri="{FF2B5EF4-FFF2-40B4-BE49-F238E27FC236}">
                      <a16:creationId xmlns:a16="http://schemas.microsoft.com/office/drawing/2014/main" id="{7637EFFA-B7B7-A5D1-B29B-6D7F1630B262}"/>
                    </a:ext>
                  </a:extLst>
                </p:cNvPr>
                <p:cNvSpPr/>
                <p:nvPr/>
              </p:nvSpPr>
              <p:spPr>
                <a:xfrm>
                  <a:off x="4900588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91" name="Rectangle 90">
                  <a:extLst>
                    <a:ext uri="{FF2B5EF4-FFF2-40B4-BE49-F238E27FC236}">
                      <a16:creationId xmlns:a16="http://schemas.microsoft.com/office/drawing/2014/main" id="{EF47F37D-1EFD-802C-69FD-2B990D3CBF5C}"/>
                    </a:ext>
                  </a:extLst>
                </p:cNvPr>
                <p:cNvSpPr/>
                <p:nvPr/>
              </p:nvSpPr>
              <p:spPr>
                <a:xfrm>
                  <a:off x="5096988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92" name="Rectangle 91">
                  <a:extLst>
                    <a:ext uri="{FF2B5EF4-FFF2-40B4-BE49-F238E27FC236}">
                      <a16:creationId xmlns:a16="http://schemas.microsoft.com/office/drawing/2014/main" id="{7E2A5536-7B2C-B095-C15F-3FCC332FDDE9}"/>
                    </a:ext>
                  </a:extLst>
                </p:cNvPr>
                <p:cNvSpPr/>
                <p:nvPr/>
              </p:nvSpPr>
              <p:spPr>
                <a:xfrm>
                  <a:off x="5232958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93" name="Rectangle 92">
                  <a:extLst>
                    <a:ext uri="{FF2B5EF4-FFF2-40B4-BE49-F238E27FC236}">
                      <a16:creationId xmlns:a16="http://schemas.microsoft.com/office/drawing/2014/main" id="{5EE6391D-6B1A-DDC1-B90C-8F9FC824826F}"/>
                    </a:ext>
                  </a:extLst>
                </p:cNvPr>
                <p:cNvSpPr/>
                <p:nvPr/>
              </p:nvSpPr>
              <p:spPr>
                <a:xfrm>
                  <a:off x="5429358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94" name="Rectangle 93">
                  <a:extLst>
                    <a:ext uri="{FF2B5EF4-FFF2-40B4-BE49-F238E27FC236}">
                      <a16:creationId xmlns:a16="http://schemas.microsoft.com/office/drawing/2014/main" id="{8ADDB20E-0827-C477-884D-E0875793ACFA}"/>
                    </a:ext>
                  </a:extLst>
                </p:cNvPr>
                <p:cNvSpPr/>
                <p:nvPr/>
              </p:nvSpPr>
              <p:spPr>
                <a:xfrm>
                  <a:off x="5565328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95" name="Rectangle 94">
                  <a:extLst>
                    <a:ext uri="{FF2B5EF4-FFF2-40B4-BE49-F238E27FC236}">
                      <a16:creationId xmlns:a16="http://schemas.microsoft.com/office/drawing/2014/main" id="{56FAA8B3-F826-40FD-10DB-15D009E25A8F}"/>
                    </a:ext>
                  </a:extLst>
                </p:cNvPr>
                <p:cNvSpPr/>
                <p:nvPr/>
              </p:nvSpPr>
              <p:spPr>
                <a:xfrm>
                  <a:off x="5761728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96" name="Rectangle 95">
                  <a:extLst>
                    <a:ext uri="{FF2B5EF4-FFF2-40B4-BE49-F238E27FC236}">
                      <a16:creationId xmlns:a16="http://schemas.microsoft.com/office/drawing/2014/main" id="{F33D6AFA-030B-352C-607B-19310A975FC1}"/>
                    </a:ext>
                  </a:extLst>
                </p:cNvPr>
                <p:cNvSpPr/>
                <p:nvPr/>
              </p:nvSpPr>
              <p:spPr>
                <a:xfrm>
                  <a:off x="5897697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97" name="Rectangle 96">
                  <a:extLst>
                    <a:ext uri="{FF2B5EF4-FFF2-40B4-BE49-F238E27FC236}">
                      <a16:creationId xmlns:a16="http://schemas.microsoft.com/office/drawing/2014/main" id="{6E447E50-7EAB-662E-63B3-7A2ED64900B4}"/>
                    </a:ext>
                  </a:extLst>
                </p:cNvPr>
                <p:cNvSpPr/>
                <p:nvPr/>
              </p:nvSpPr>
              <p:spPr>
                <a:xfrm>
                  <a:off x="6094098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98" name="Rectangle 97">
                  <a:extLst>
                    <a:ext uri="{FF2B5EF4-FFF2-40B4-BE49-F238E27FC236}">
                      <a16:creationId xmlns:a16="http://schemas.microsoft.com/office/drawing/2014/main" id="{5821F8B5-398C-4B96-D0A1-65EAE15F8BEF}"/>
                    </a:ext>
                  </a:extLst>
                </p:cNvPr>
                <p:cNvSpPr/>
                <p:nvPr/>
              </p:nvSpPr>
              <p:spPr>
                <a:xfrm>
                  <a:off x="6230067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99" name="Rectangle 98">
                  <a:extLst>
                    <a:ext uri="{FF2B5EF4-FFF2-40B4-BE49-F238E27FC236}">
                      <a16:creationId xmlns:a16="http://schemas.microsoft.com/office/drawing/2014/main" id="{368DAB77-0ACD-BF19-AE22-484602ECEBBB}"/>
                    </a:ext>
                  </a:extLst>
                </p:cNvPr>
                <p:cNvSpPr/>
                <p:nvPr/>
              </p:nvSpPr>
              <p:spPr>
                <a:xfrm>
                  <a:off x="6426467" y="2576057"/>
                  <a:ext cx="226616" cy="145321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00" name="Rectangle 99">
                  <a:extLst>
                    <a:ext uri="{FF2B5EF4-FFF2-40B4-BE49-F238E27FC236}">
                      <a16:creationId xmlns:a16="http://schemas.microsoft.com/office/drawing/2014/main" id="{81EA7B8A-147B-970A-2C59-ED1006E7F2C4}"/>
                    </a:ext>
                  </a:extLst>
                </p:cNvPr>
                <p:cNvSpPr/>
                <p:nvPr/>
              </p:nvSpPr>
              <p:spPr>
                <a:xfrm>
                  <a:off x="6562436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01" name="Rectangle 100">
                  <a:extLst>
                    <a:ext uri="{FF2B5EF4-FFF2-40B4-BE49-F238E27FC236}">
                      <a16:creationId xmlns:a16="http://schemas.microsoft.com/office/drawing/2014/main" id="{7E656C5F-A03A-4EE3-4962-5603285CEFC4}"/>
                    </a:ext>
                  </a:extLst>
                </p:cNvPr>
                <p:cNvSpPr/>
                <p:nvPr/>
              </p:nvSpPr>
              <p:spPr>
                <a:xfrm>
                  <a:off x="6758836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02" name="Rectangle 101">
                  <a:extLst>
                    <a:ext uri="{FF2B5EF4-FFF2-40B4-BE49-F238E27FC236}">
                      <a16:creationId xmlns:a16="http://schemas.microsoft.com/office/drawing/2014/main" id="{F0ADB3A2-0E45-EA68-5FED-7EF1A01F1E6D}"/>
                    </a:ext>
                  </a:extLst>
                </p:cNvPr>
                <p:cNvSpPr/>
                <p:nvPr/>
              </p:nvSpPr>
              <p:spPr>
                <a:xfrm>
                  <a:off x="6894806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03" name="Rectangle 102">
                  <a:extLst>
                    <a:ext uri="{FF2B5EF4-FFF2-40B4-BE49-F238E27FC236}">
                      <a16:creationId xmlns:a16="http://schemas.microsoft.com/office/drawing/2014/main" id="{06840048-11D1-F7FB-8982-E54E8145A5E4}"/>
                    </a:ext>
                  </a:extLst>
                </p:cNvPr>
                <p:cNvSpPr/>
                <p:nvPr/>
              </p:nvSpPr>
              <p:spPr>
                <a:xfrm>
                  <a:off x="7091206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04" name="Rectangle 103">
                  <a:extLst>
                    <a:ext uri="{FF2B5EF4-FFF2-40B4-BE49-F238E27FC236}">
                      <a16:creationId xmlns:a16="http://schemas.microsoft.com/office/drawing/2014/main" id="{CC573315-FC64-237A-8B9C-78638B012C79}"/>
                    </a:ext>
                  </a:extLst>
                </p:cNvPr>
                <p:cNvSpPr/>
                <p:nvPr/>
              </p:nvSpPr>
              <p:spPr>
                <a:xfrm>
                  <a:off x="7227175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05" name="Rectangle 24">
                  <a:extLst>
                    <a:ext uri="{FF2B5EF4-FFF2-40B4-BE49-F238E27FC236}">
                      <a16:creationId xmlns:a16="http://schemas.microsoft.com/office/drawing/2014/main" id="{87ED57BA-639E-E779-30BE-F96A0822AF28}"/>
                    </a:ext>
                  </a:extLst>
                </p:cNvPr>
                <p:cNvSpPr/>
                <p:nvPr/>
              </p:nvSpPr>
              <p:spPr>
                <a:xfrm>
                  <a:off x="4765255" y="280951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06" name="Rectangle 25">
                  <a:extLst>
                    <a:ext uri="{FF2B5EF4-FFF2-40B4-BE49-F238E27FC236}">
                      <a16:creationId xmlns:a16="http://schemas.microsoft.com/office/drawing/2014/main" id="{5D338041-CECE-6D2D-F5A0-C2BA826392EA}"/>
                    </a:ext>
                  </a:extLst>
                </p:cNvPr>
                <p:cNvSpPr/>
                <p:nvPr/>
              </p:nvSpPr>
              <p:spPr>
                <a:xfrm>
                  <a:off x="4900588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07" name="Rectangle 26">
                  <a:extLst>
                    <a:ext uri="{FF2B5EF4-FFF2-40B4-BE49-F238E27FC236}">
                      <a16:creationId xmlns:a16="http://schemas.microsoft.com/office/drawing/2014/main" id="{A78F7143-49E0-1624-A86A-FD580A7117FC}"/>
                    </a:ext>
                  </a:extLst>
                </p:cNvPr>
                <p:cNvSpPr/>
                <p:nvPr/>
              </p:nvSpPr>
              <p:spPr>
                <a:xfrm>
                  <a:off x="5096988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08" name="Rectangle 27">
                  <a:extLst>
                    <a:ext uri="{FF2B5EF4-FFF2-40B4-BE49-F238E27FC236}">
                      <a16:creationId xmlns:a16="http://schemas.microsoft.com/office/drawing/2014/main" id="{0D9DD3F5-7A5B-F89D-40EB-D71A989B5C95}"/>
                    </a:ext>
                  </a:extLst>
                </p:cNvPr>
                <p:cNvSpPr/>
                <p:nvPr/>
              </p:nvSpPr>
              <p:spPr>
                <a:xfrm>
                  <a:off x="5232958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09" name="Rectangle 28">
                  <a:extLst>
                    <a:ext uri="{FF2B5EF4-FFF2-40B4-BE49-F238E27FC236}">
                      <a16:creationId xmlns:a16="http://schemas.microsoft.com/office/drawing/2014/main" id="{ABA8D454-31E0-C23D-0C7F-044793204C80}"/>
                    </a:ext>
                  </a:extLst>
                </p:cNvPr>
                <p:cNvSpPr/>
                <p:nvPr/>
              </p:nvSpPr>
              <p:spPr>
                <a:xfrm>
                  <a:off x="5429358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10" name="Rectangle 29">
                  <a:extLst>
                    <a:ext uri="{FF2B5EF4-FFF2-40B4-BE49-F238E27FC236}">
                      <a16:creationId xmlns:a16="http://schemas.microsoft.com/office/drawing/2014/main" id="{87E53555-B080-26D8-FA1E-8D1EA0674518}"/>
                    </a:ext>
                  </a:extLst>
                </p:cNvPr>
                <p:cNvSpPr/>
                <p:nvPr/>
              </p:nvSpPr>
              <p:spPr>
                <a:xfrm>
                  <a:off x="5565328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11" name="Rectangle 30">
                  <a:extLst>
                    <a:ext uri="{FF2B5EF4-FFF2-40B4-BE49-F238E27FC236}">
                      <a16:creationId xmlns:a16="http://schemas.microsoft.com/office/drawing/2014/main" id="{5D70EDF7-0492-E3A9-3366-7B4A03219631}"/>
                    </a:ext>
                  </a:extLst>
                </p:cNvPr>
                <p:cNvSpPr/>
                <p:nvPr/>
              </p:nvSpPr>
              <p:spPr>
                <a:xfrm>
                  <a:off x="5761728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12" name="Rectangle 31">
                  <a:extLst>
                    <a:ext uri="{FF2B5EF4-FFF2-40B4-BE49-F238E27FC236}">
                      <a16:creationId xmlns:a16="http://schemas.microsoft.com/office/drawing/2014/main" id="{EFFEAB3C-920A-7A55-500F-2298F38CC0F2}"/>
                    </a:ext>
                  </a:extLst>
                </p:cNvPr>
                <p:cNvSpPr/>
                <p:nvPr/>
              </p:nvSpPr>
              <p:spPr>
                <a:xfrm>
                  <a:off x="5897697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13" name="Rectangle 32">
                  <a:extLst>
                    <a:ext uri="{FF2B5EF4-FFF2-40B4-BE49-F238E27FC236}">
                      <a16:creationId xmlns:a16="http://schemas.microsoft.com/office/drawing/2014/main" id="{8BC0ED30-1834-8F0C-E957-D1A71386BEDD}"/>
                    </a:ext>
                  </a:extLst>
                </p:cNvPr>
                <p:cNvSpPr/>
                <p:nvPr/>
              </p:nvSpPr>
              <p:spPr>
                <a:xfrm>
                  <a:off x="6094098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14" name="Rectangle 33">
                  <a:extLst>
                    <a:ext uri="{FF2B5EF4-FFF2-40B4-BE49-F238E27FC236}">
                      <a16:creationId xmlns:a16="http://schemas.microsoft.com/office/drawing/2014/main" id="{2C4A9E74-691D-700E-454C-AD19CA5D6E7D}"/>
                    </a:ext>
                  </a:extLst>
                </p:cNvPr>
                <p:cNvSpPr/>
                <p:nvPr/>
              </p:nvSpPr>
              <p:spPr>
                <a:xfrm>
                  <a:off x="6230067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15" name="Rectangle 34">
                  <a:extLst>
                    <a:ext uri="{FF2B5EF4-FFF2-40B4-BE49-F238E27FC236}">
                      <a16:creationId xmlns:a16="http://schemas.microsoft.com/office/drawing/2014/main" id="{5D2C34BB-6CC7-6341-D887-22227343BE93}"/>
                    </a:ext>
                  </a:extLst>
                </p:cNvPr>
                <p:cNvSpPr/>
                <p:nvPr/>
              </p:nvSpPr>
              <p:spPr>
                <a:xfrm>
                  <a:off x="6426467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16" name="Rectangle 35">
                  <a:extLst>
                    <a:ext uri="{FF2B5EF4-FFF2-40B4-BE49-F238E27FC236}">
                      <a16:creationId xmlns:a16="http://schemas.microsoft.com/office/drawing/2014/main" id="{D3883CFE-B502-94A9-9ED8-FE2C4E000630}"/>
                    </a:ext>
                  </a:extLst>
                </p:cNvPr>
                <p:cNvSpPr/>
                <p:nvPr/>
              </p:nvSpPr>
              <p:spPr>
                <a:xfrm>
                  <a:off x="6562436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17" name="Rectangle 36">
                  <a:extLst>
                    <a:ext uri="{FF2B5EF4-FFF2-40B4-BE49-F238E27FC236}">
                      <a16:creationId xmlns:a16="http://schemas.microsoft.com/office/drawing/2014/main" id="{0CDCA99C-A18A-75F1-45DC-616D6947CE66}"/>
                    </a:ext>
                  </a:extLst>
                </p:cNvPr>
                <p:cNvSpPr/>
                <p:nvPr/>
              </p:nvSpPr>
              <p:spPr>
                <a:xfrm>
                  <a:off x="6758836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18" name="Rectangle 37">
                  <a:extLst>
                    <a:ext uri="{FF2B5EF4-FFF2-40B4-BE49-F238E27FC236}">
                      <a16:creationId xmlns:a16="http://schemas.microsoft.com/office/drawing/2014/main" id="{F189D798-C19C-DB4C-7258-E0B10BA5E709}"/>
                    </a:ext>
                  </a:extLst>
                </p:cNvPr>
                <p:cNvSpPr/>
                <p:nvPr/>
              </p:nvSpPr>
              <p:spPr>
                <a:xfrm>
                  <a:off x="6894806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19" name="Rectangle 38">
                  <a:extLst>
                    <a:ext uri="{FF2B5EF4-FFF2-40B4-BE49-F238E27FC236}">
                      <a16:creationId xmlns:a16="http://schemas.microsoft.com/office/drawing/2014/main" id="{0EE8E624-827C-C147-1E60-9A4E37B839AC}"/>
                    </a:ext>
                  </a:extLst>
                </p:cNvPr>
                <p:cNvSpPr/>
                <p:nvPr/>
              </p:nvSpPr>
              <p:spPr>
                <a:xfrm>
                  <a:off x="7091206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20" name="Rectangle 39">
                  <a:extLst>
                    <a:ext uri="{FF2B5EF4-FFF2-40B4-BE49-F238E27FC236}">
                      <a16:creationId xmlns:a16="http://schemas.microsoft.com/office/drawing/2014/main" id="{DAE48C45-724B-9CAE-1A8E-B3DEDE16CED0}"/>
                    </a:ext>
                  </a:extLst>
                </p:cNvPr>
                <p:cNvSpPr/>
                <p:nvPr/>
              </p:nvSpPr>
              <p:spPr>
                <a:xfrm>
                  <a:off x="7227175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21" name="Rectangle 88">
                  <a:extLst>
                    <a:ext uri="{FF2B5EF4-FFF2-40B4-BE49-F238E27FC236}">
                      <a16:creationId xmlns:a16="http://schemas.microsoft.com/office/drawing/2014/main" id="{5C02AA5B-0231-ED30-5FDF-4845E0321CAA}"/>
                    </a:ext>
                  </a:extLst>
                </p:cNvPr>
                <p:cNvSpPr/>
                <p:nvPr/>
              </p:nvSpPr>
              <p:spPr>
                <a:xfrm>
                  <a:off x="4764619" y="3038680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22" name="Rectangle 89">
                  <a:extLst>
                    <a:ext uri="{FF2B5EF4-FFF2-40B4-BE49-F238E27FC236}">
                      <a16:creationId xmlns:a16="http://schemas.microsoft.com/office/drawing/2014/main" id="{664245CD-CB6C-39BC-A04B-C6073D3D9CE8}"/>
                    </a:ext>
                  </a:extLst>
                </p:cNvPr>
                <p:cNvSpPr/>
                <p:nvPr/>
              </p:nvSpPr>
              <p:spPr>
                <a:xfrm>
                  <a:off x="4900588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23" name="Rectangle 90">
                  <a:extLst>
                    <a:ext uri="{FF2B5EF4-FFF2-40B4-BE49-F238E27FC236}">
                      <a16:creationId xmlns:a16="http://schemas.microsoft.com/office/drawing/2014/main" id="{52381CF5-F4AC-8CCA-C5FF-6BB582BE0FEC}"/>
                    </a:ext>
                  </a:extLst>
                </p:cNvPr>
                <p:cNvSpPr/>
                <p:nvPr/>
              </p:nvSpPr>
              <p:spPr>
                <a:xfrm>
                  <a:off x="5096988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24" name="Rectangle 91">
                  <a:extLst>
                    <a:ext uri="{FF2B5EF4-FFF2-40B4-BE49-F238E27FC236}">
                      <a16:creationId xmlns:a16="http://schemas.microsoft.com/office/drawing/2014/main" id="{18920034-8AE4-1680-932D-B1A394CB4B5C}"/>
                    </a:ext>
                  </a:extLst>
                </p:cNvPr>
                <p:cNvSpPr/>
                <p:nvPr/>
              </p:nvSpPr>
              <p:spPr>
                <a:xfrm>
                  <a:off x="5232958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25" name="Rectangle 92">
                  <a:extLst>
                    <a:ext uri="{FF2B5EF4-FFF2-40B4-BE49-F238E27FC236}">
                      <a16:creationId xmlns:a16="http://schemas.microsoft.com/office/drawing/2014/main" id="{7931B6E1-F4BE-5E16-1A3B-FE93F95AC855}"/>
                    </a:ext>
                  </a:extLst>
                </p:cNvPr>
                <p:cNvSpPr/>
                <p:nvPr/>
              </p:nvSpPr>
              <p:spPr>
                <a:xfrm>
                  <a:off x="5429358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26" name="Rectangle 93">
                  <a:extLst>
                    <a:ext uri="{FF2B5EF4-FFF2-40B4-BE49-F238E27FC236}">
                      <a16:creationId xmlns:a16="http://schemas.microsoft.com/office/drawing/2014/main" id="{57E42E3F-C489-0F55-97E7-790569824E7D}"/>
                    </a:ext>
                  </a:extLst>
                </p:cNvPr>
                <p:cNvSpPr/>
                <p:nvPr/>
              </p:nvSpPr>
              <p:spPr>
                <a:xfrm>
                  <a:off x="5565328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27" name="Rectangle 94">
                  <a:extLst>
                    <a:ext uri="{FF2B5EF4-FFF2-40B4-BE49-F238E27FC236}">
                      <a16:creationId xmlns:a16="http://schemas.microsoft.com/office/drawing/2014/main" id="{5DA3B703-09EA-90F0-B58B-19AAE8A54470}"/>
                    </a:ext>
                  </a:extLst>
                </p:cNvPr>
                <p:cNvSpPr/>
                <p:nvPr/>
              </p:nvSpPr>
              <p:spPr>
                <a:xfrm>
                  <a:off x="5761728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28" name="Rectangle 95">
                  <a:extLst>
                    <a:ext uri="{FF2B5EF4-FFF2-40B4-BE49-F238E27FC236}">
                      <a16:creationId xmlns:a16="http://schemas.microsoft.com/office/drawing/2014/main" id="{A1DE8A27-01EF-1ED6-1FEE-B78018F3C7FA}"/>
                    </a:ext>
                  </a:extLst>
                </p:cNvPr>
                <p:cNvSpPr/>
                <p:nvPr/>
              </p:nvSpPr>
              <p:spPr>
                <a:xfrm>
                  <a:off x="5897697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29" name="Rectangle 96">
                  <a:extLst>
                    <a:ext uri="{FF2B5EF4-FFF2-40B4-BE49-F238E27FC236}">
                      <a16:creationId xmlns:a16="http://schemas.microsoft.com/office/drawing/2014/main" id="{BD8F4BA5-B100-EE0F-765F-0E8BD0A760B4}"/>
                    </a:ext>
                  </a:extLst>
                </p:cNvPr>
                <p:cNvSpPr/>
                <p:nvPr/>
              </p:nvSpPr>
              <p:spPr>
                <a:xfrm>
                  <a:off x="6094098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30" name="Rectangle 97">
                  <a:extLst>
                    <a:ext uri="{FF2B5EF4-FFF2-40B4-BE49-F238E27FC236}">
                      <a16:creationId xmlns:a16="http://schemas.microsoft.com/office/drawing/2014/main" id="{3DE5B47D-AAF0-A77C-98D0-F4DD215B0272}"/>
                    </a:ext>
                  </a:extLst>
                </p:cNvPr>
                <p:cNvSpPr/>
                <p:nvPr/>
              </p:nvSpPr>
              <p:spPr>
                <a:xfrm>
                  <a:off x="6230067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31" name="Rectangle 98">
                  <a:extLst>
                    <a:ext uri="{FF2B5EF4-FFF2-40B4-BE49-F238E27FC236}">
                      <a16:creationId xmlns:a16="http://schemas.microsoft.com/office/drawing/2014/main" id="{2CC00BDD-807C-A789-01B7-21C07F78E862}"/>
                    </a:ext>
                  </a:extLst>
                </p:cNvPr>
                <p:cNvSpPr/>
                <p:nvPr/>
              </p:nvSpPr>
              <p:spPr>
                <a:xfrm>
                  <a:off x="6426466" y="3049432"/>
                  <a:ext cx="226616" cy="145323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32" name="Rectangle 99">
                  <a:extLst>
                    <a:ext uri="{FF2B5EF4-FFF2-40B4-BE49-F238E27FC236}">
                      <a16:creationId xmlns:a16="http://schemas.microsoft.com/office/drawing/2014/main" id="{C60E4F07-C800-65F2-4FE4-F5D9CF3397D0}"/>
                    </a:ext>
                  </a:extLst>
                </p:cNvPr>
                <p:cNvSpPr/>
                <p:nvPr/>
              </p:nvSpPr>
              <p:spPr>
                <a:xfrm>
                  <a:off x="6562436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33" name="Rectangle 100">
                  <a:extLst>
                    <a:ext uri="{FF2B5EF4-FFF2-40B4-BE49-F238E27FC236}">
                      <a16:creationId xmlns:a16="http://schemas.microsoft.com/office/drawing/2014/main" id="{555F69D0-9A07-2810-6652-00E237882D66}"/>
                    </a:ext>
                  </a:extLst>
                </p:cNvPr>
                <p:cNvSpPr/>
                <p:nvPr/>
              </p:nvSpPr>
              <p:spPr>
                <a:xfrm>
                  <a:off x="6758836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34" name="Rectangle 101">
                  <a:extLst>
                    <a:ext uri="{FF2B5EF4-FFF2-40B4-BE49-F238E27FC236}">
                      <a16:creationId xmlns:a16="http://schemas.microsoft.com/office/drawing/2014/main" id="{3C8A996B-73D8-01EC-3031-A2901BB4A256}"/>
                    </a:ext>
                  </a:extLst>
                </p:cNvPr>
                <p:cNvSpPr/>
                <p:nvPr/>
              </p:nvSpPr>
              <p:spPr>
                <a:xfrm>
                  <a:off x="6894806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35" name="Rectangle 102">
                  <a:extLst>
                    <a:ext uri="{FF2B5EF4-FFF2-40B4-BE49-F238E27FC236}">
                      <a16:creationId xmlns:a16="http://schemas.microsoft.com/office/drawing/2014/main" id="{55B3E451-DB58-7920-B4EE-3A5175B3B878}"/>
                    </a:ext>
                  </a:extLst>
                </p:cNvPr>
                <p:cNvSpPr/>
                <p:nvPr/>
              </p:nvSpPr>
              <p:spPr>
                <a:xfrm>
                  <a:off x="7091206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36" name="Rectangle 103">
                  <a:extLst>
                    <a:ext uri="{FF2B5EF4-FFF2-40B4-BE49-F238E27FC236}">
                      <a16:creationId xmlns:a16="http://schemas.microsoft.com/office/drawing/2014/main" id="{01E7E106-00AC-6D11-6C28-FD62449EEA7E}"/>
                    </a:ext>
                  </a:extLst>
                </p:cNvPr>
                <p:cNvSpPr/>
                <p:nvPr/>
              </p:nvSpPr>
              <p:spPr>
                <a:xfrm>
                  <a:off x="7227175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37" name="Rectangle 24">
                  <a:extLst>
                    <a:ext uri="{FF2B5EF4-FFF2-40B4-BE49-F238E27FC236}">
                      <a16:creationId xmlns:a16="http://schemas.microsoft.com/office/drawing/2014/main" id="{D5840FC0-E17B-6AF6-93E7-070BF2DE16D5}"/>
                    </a:ext>
                  </a:extLst>
                </p:cNvPr>
                <p:cNvSpPr/>
                <p:nvPr/>
              </p:nvSpPr>
              <p:spPr>
                <a:xfrm>
                  <a:off x="4765255" y="32889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38" name="Rectangle 25">
                  <a:extLst>
                    <a:ext uri="{FF2B5EF4-FFF2-40B4-BE49-F238E27FC236}">
                      <a16:creationId xmlns:a16="http://schemas.microsoft.com/office/drawing/2014/main" id="{72D0D7D5-7C75-4DC6-0663-63EEA7369FCA}"/>
                    </a:ext>
                  </a:extLst>
                </p:cNvPr>
                <p:cNvSpPr/>
                <p:nvPr/>
              </p:nvSpPr>
              <p:spPr>
                <a:xfrm>
                  <a:off x="4900588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39" name="Rectangle 26">
                  <a:extLst>
                    <a:ext uri="{FF2B5EF4-FFF2-40B4-BE49-F238E27FC236}">
                      <a16:creationId xmlns:a16="http://schemas.microsoft.com/office/drawing/2014/main" id="{C4FBCDE6-4DB4-5D58-DF79-B8B2FF1E6AC2}"/>
                    </a:ext>
                  </a:extLst>
                </p:cNvPr>
                <p:cNvSpPr/>
                <p:nvPr/>
              </p:nvSpPr>
              <p:spPr>
                <a:xfrm>
                  <a:off x="5096988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40" name="Rectangle 27">
                  <a:extLst>
                    <a:ext uri="{FF2B5EF4-FFF2-40B4-BE49-F238E27FC236}">
                      <a16:creationId xmlns:a16="http://schemas.microsoft.com/office/drawing/2014/main" id="{FEA6CB4A-2BC2-434C-1CEE-2D98083DC7E7}"/>
                    </a:ext>
                  </a:extLst>
                </p:cNvPr>
                <p:cNvSpPr/>
                <p:nvPr/>
              </p:nvSpPr>
              <p:spPr>
                <a:xfrm>
                  <a:off x="5232958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41" name="Rectangle 28">
                  <a:extLst>
                    <a:ext uri="{FF2B5EF4-FFF2-40B4-BE49-F238E27FC236}">
                      <a16:creationId xmlns:a16="http://schemas.microsoft.com/office/drawing/2014/main" id="{BA39FFF7-6EC0-8773-8297-D64C433CA796}"/>
                    </a:ext>
                  </a:extLst>
                </p:cNvPr>
                <p:cNvSpPr/>
                <p:nvPr/>
              </p:nvSpPr>
              <p:spPr>
                <a:xfrm>
                  <a:off x="5429358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42" name="Rectangle 29">
                  <a:extLst>
                    <a:ext uri="{FF2B5EF4-FFF2-40B4-BE49-F238E27FC236}">
                      <a16:creationId xmlns:a16="http://schemas.microsoft.com/office/drawing/2014/main" id="{041438E5-A53E-F282-67DC-78A3CEA3C47F}"/>
                    </a:ext>
                  </a:extLst>
                </p:cNvPr>
                <p:cNvSpPr/>
                <p:nvPr/>
              </p:nvSpPr>
              <p:spPr>
                <a:xfrm>
                  <a:off x="5565328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43" name="Rectangle 30">
                  <a:extLst>
                    <a:ext uri="{FF2B5EF4-FFF2-40B4-BE49-F238E27FC236}">
                      <a16:creationId xmlns:a16="http://schemas.microsoft.com/office/drawing/2014/main" id="{B2065BCF-12C4-9447-9CF8-92D902E78657}"/>
                    </a:ext>
                  </a:extLst>
                </p:cNvPr>
                <p:cNvSpPr/>
                <p:nvPr/>
              </p:nvSpPr>
              <p:spPr>
                <a:xfrm>
                  <a:off x="5761728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44" name="Rectangle 31">
                  <a:extLst>
                    <a:ext uri="{FF2B5EF4-FFF2-40B4-BE49-F238E27FC236}">
                      <a16:creationId xmlns:a16="http://schemas.microsoft.com/office/drawing/2014/main" id="{C83AD94F-E2A6-105A-2EA2-DF215928382F}"/>
                    </a:ext>
                  </a:extLst>
                </p:cNvPr>
                <p:cNvSpPr/>
                <p:nvPr/>
              </p:nvSpPr>
              <p:spPr>
                <a:xfrm>
                  <a:off x="5897697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45" name="Rectangle 32">
                  <a:extLst>
                    <a:ext uri="{FF2B5EF4-FFF2-40B4-BE49-F238E27FC236}">
                      <a16:creationId xmlns:a16="http://schemas.microsoft.com/office/drawing/2014/main" id="{A9E2D4E1-AABC-FC8E-9E2B-0F6C46B5BEB9}"/>
                    </a:ext>
                  </a:extLst>
                </p:cNvPr>
                <p:cNvSpPr/>
                <p:nvPr/>
              </p:nvSpPr>
              <p:spPr>
                <a:xfrm>
                  <a:off x="6094098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46" name="Rectangle 33">
                  <a:extLst>
                    <a:ext uri="{FF2B5EF4-FFF2-40B4-BE49-F238E27FC236}">
                      <a16:creationId xmlns:a16="http://schemas.microsoft.com/office/drawing/2014/main" id="{5369247B-24B9-E34E-1297-F26CA41D5432}"/>
                    </a:ext>
                  </a:extLst>
                </p:cNvPr>
                <p:cNvSpPr/>
                <p:nvPr/>
              </p:nvSpPr>
              <p:spPr>
                <a:xfrm>
                  <a:off x="6230067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47" name="Rectangle 34">
                  <a:extLst>
                    <a:ext uri="{FF2B5EF4-FFF2-40B4-BE49-F238E27FC236}">
                      <a16:creationId xmlns:a16="http://schemas.microsoft.com/office/drawing/2014/main" id="{6A98A1C3-9A9E-E4B2-6F18-ADC8E39EFFC8}"/>
                    </a:ext>
                  </a:extLst>
                </p:cNvPr>
                <p:cNvSpPr/>
                <p:nvPr/>
              </p:nvSpPr>
              <p:spPr>
                <a:xfrm>
                  <a:off x="6426467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48" name="Rectangle 35">
                  <a:extLst>
                    <a:ext uri="{FF2B5EF4-FFF2-40B4-BE49-F238E27FC236}">
                      <a16:creationId xmlns:a16="http://schemas.microsoft.com/office/drawing/2014/main" id="{549B3A80-0EF9-9F43-68CF-B18F2B184B3B}"/>
                    </a:ext>
                  </a:extLst>
                </p:cNvPr>
                <p:cNvSpPr/>
                <p:nvPr/>
              </p:nvSpPr>
              <p:spPr>
                <a:xfrm>
                  <a:off x="6562436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49" name="Rectangle 36">
                  <a:extLst>
                    <a:ext uri="{FF2B5EF4-FFF2-40B4-BE49-F238E27FC236}">
                      <a16:creationId xmlns:a16="http://schemas.microsoft.com/office/drawing/2014/main" id="{A8BFC748-38A8-C1A0-460A-E1865E21BEE8}"/>
                    </a:ext>
                  </a:extLst>
                </p:cNvPr>
                <p:cNvSpPr/>
                <p:nvPr/>
              </p:nvSpPr>
              <p:spPr>
                <a:xfrm>
                  <a:off x="6758836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50" name="Rectangle 37">
                  <a:extLst>
                    <a:ext uri="{FF2B5EF4-FFF2-40B4-BE49-F238E27FC236}">
                      <a16:creationId xmlns:a16="http://schemas.microsoft.com/office/drawing/2014/main" id="{DBD34916-F970-F950-B1D0-224C0760ADD4}"/>
                    </a:ext>
                  </a:extLst>
                </p:cNvPr>
                <p:cNvSpPr/>
                <p:nvPr/>
              </p:nvSpPr>
              <p:spPr>
                <a:xfrm>
                  <a:off x="6894806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51" name="Rectangle 38">
                  <a:extLst>
                    <a:ext uri="{FF2B5EF4-FFF2-40B4-BE49-F238E27FC236}">
                      <a16:creationId xmlns:a16="http://schemas.microsoft.com/office/drawing/2014/main" id="{F941EDE5-FAC8-4F1B-1683-E53A8CAA2E73}"/>
                    </a:ext>
                  </a:extLst>
                </p:cNvPr>
                <p:cNvSpPr/>
                <p:nvPr/>
              </p:nvSpPr>
              <p:spPr>
                <a:xfrm>
                  <a:off x="7091206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52" name="Rectangle 39">
                  <a:extLst>
                    <a:ext uri="{FF2B5EF4-FFF2-40B4-BE49-F238E27FC236}">
                      <a16:creationId xmlns:a16="http://schemas.microsoft.com/office/drawing/2014/main" id="{A3C50291-0C91-9D89-7A30-5DFEDCFF1882}"/>
                    </a:ext>
                  </a:extLst>
                </p:cNvPr>
                <p:cNvSpPr/>
                <p:nvPr/>
              </p:nvSpPr>
              <p:spPr>
                <a:xfrm>
                  <a:off x="7227175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53" name="Rectangle 88">
                  <a:extLst>
                    <a:ext uri="{FF2B5EF4-FFF2-40B4-BE49-F238E27FC236}">
                      <a16:creationId xmlns:a16="http://schemas.microsoft.com/office/drawing/2014/main" id="{F03CE332-C2D9-596D-CEC5-A6A452F6E3A8}"/>
                    </a:ext>
                  </a:extLst>
                </p:cNvPr>
                <p:cNvSpPr/>
                <p:nvPr/>
              </p:nvSpPr>
              <p:spPr>
                <a:xfrm>
                  <a:off x="4764619" y="3518096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54" name="Rectangle 89">
                  <a:extLst>
                    <a:ext uri="{FF2B5EF4-FFF2-40B4-BE49-F238E27FC236}">
                      <a16:creationId xmlns:a16="http://schemas.microsoft.com/office/drawing/2014/main" id="{7E76FC63-8B62-9DD9-2193-BFECBA6F3F86}"/>
                    </a:ext>
                  </a:extLst>
                </p:cNvPr>
                <p:cNvSpPr/>
                <p:nvPr/>
              </p:nvSpPr>
              <p:spPr>
                <a:xfrm>
                  <a:off x="4900588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55" name="Rectangle 90">
                  <a:extLst>
                    <a:ext uri="{FF2B5EF4-FFF2-40B4-BE49-F238E27FC236}">
                      <a16:creationId xmlns:a16="http://schemas.microsoft.com/office/drawing/2014/main" id="{42CBDCCE-44EA-298D-418B-9DE2072580DF}"/>
                    </a:ext>
                  </a:extLst>
                </p:cNvPr>
                <p:cNvSpPr/>
                <p:nvPr/>
              </p:nvSpPr>
              <p:spPr>
                <a:xfrm>
                  <a:off x="5096988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56" name="Rectangle 91">
                  <a:extLst>
                    <a:ext uri="{FF2B5EF4-FFF2-40B4-BE49-F238E27FC236}">
                      <a16:creationId xmlns:a16="http://schemas.microsoft.com/office/drawing/2014/main" id="{1EFF3341-6F37-0708-B964-A8477F652FD2}"/>
                    </a:ext>
                  </a:extLst>
                </p:cNvPr>
                <p:cNvSpPr/>
                <p:nvPr/>
              </p:nvSpPr>
              <p:spPr>
                <a:xfrm>
                  <a:off x="5232958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57" name="Rectangle 92">
                  <a:extLst>
                    <a:ext uri="{FF2B5EF4-FFF2-40B4-BE49-F238E27FC236}">
                      <a16:creationId xmlns:a16="http://schemas.microsoft.com/office/drawing/2014/main" id="{3F2330EA-229F-B0E9-B5AD-76BA82CFC90C}"/>
                    </a:ext>
                  </a:extLst>
                </p:cNvPr>
                <p:cNvSpPr/>
                <p:nvPr/>
              </p:nvSpPr>
              <p:spPr>
                <a:xfrm>
                  <a:off x="5429358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58" name="Rectangle 93">
                  <a:extLst>
                    <a:ext uri="{FF2B5EF4-FFF2-40B4-BE49-F238E27FC236}">
                      <a16:creationId xmlns:a16="http://schemas.microsoft.com/office/drawing/2014/main" id="{88639D08-438F-98F3-1933-621BDBE77EB4}"/>
                    </a:ext>
                  </a:extLst>
                </p:cNvPr>
                <p:cNvSpPr/>
                <p:nvPr/>
              </p:nvSpPr>
              <p:spPr>
                <a:xfrm>
                  <a:off x="5565328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59" name="Rectangle 94">
                  <a:extLst>
                    <a:ext uri="{FF2B5EF4-FFF2-40B4-BE49-F238E27FC236}">
                      <a16:creationId xmlns:a16="http://schemas.microsoft.com/office/drawing/2014/main" id="{C974E2B1-2CF0-7AD1-D61F-DB4EEC7ECFD6}"/>
                    </a:ext>
                  </a:extLst>
                </p:cNvPr>
                <p:cNvSpPr/>
                <p:nvPr/>
              </p:nvSpPr>
              <p:spPr>
                <a:xfrm>
                  <a:off x="5761728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60" name="Rectangle 95">
                  <a:extLst>
                    <a:ext uri="{FF2B5EF4-FFF2-40B4-BE49-F238E27FC236}">
                      <a16:creationId xmlns:a16="http://schemas.microsoft.com/office/drawing/2014/main" id="{B8369D7B-BBAF-3A04-D5FE-2C60C64604B0}"/>
                    </a:ext>
                  </a:extLst>
                </p:cNvPr>
                <p:cNvSpPr/>
                <p:nvPr/>
              </p:nvSpPr>
              <p:spPr>
                <a:xfrm>
                  <a:off x="5897697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61" name="Rectangle 96">
                  <a:extLst>
                    <a:ext uri="{FF2B5EF4-FFF2-40B4-BE49-F238E27FC236}">
                      <a16:creationId xmlns:a16="http://schemas.microsoft.com/office/drawing/2014/main" id="{401D556D-D0EE-8914-A7F3-3A0BE8EBCC56}"/>
                    </a:ext>
                  </a:extLst>
                </p:cNvPr>
                <p:cNvSpPr/>
                <p:nvPr/>
              </p:nvSpPr>
              <p:spPr>
                <a:xfrm>
                  <a:off x="6094098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62" name="Rectangle 97">
                  <a:extLst>
                    <a:ext uri="{FF2B5EF4-FFF2-40B4-BE49-F238E27FC236}">
                      <a16:creationId xmlns:a16="http://schemas.microsoft.com/office/drawing/2014/main" id="{79AABC8D-D81C-C60D-7922-5A278B2C075D}"/>
                    </a:ext>
                  </a:extLst>
                </p:cNvPr>
                <p:cNvSpPr/>
                <p:nvPr/>
              </p:nvSpPr>
              <p:spPr>
                <a:xfrm>
                  <a:off x="6230067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63" name="Rectangle 98">
                  <a:extLst>
                    <a:ext uri="{FF2B5EF4-FFF2-40B4-BE49-F238E27FC236}">
                      <a16:creationId xmlns:a16="http://schemas.microsoft.com/office/drawing/2014/main" id="{74FE0C9D-1A54-865E-F84A-2A67A47DB4EB}"/>
                    </a:ext>
                  </a:extLst>
                </p:cNvPr>
                <p:cNvSpPr/>
                <p:nvPr/>
              </p:nvSpPr>
              <p:spPr>
                <a:xfrm>
                  <a:off x="6426467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64" name="Rectangle 99">
                  <a:extLst>
                    <a:ext uri="{FF2B5EF4-FFF2-40B4-BE49-F238E27FC236}">
                      <a16:creationId xmlns:a16="http://schemas.microsoft.com/office/drawing/2014/main" id="{75257067-7A33-FDFA-1A85-E7DD83F26658}"/>
                    </a:ext>
                  </a:extLst>
                </p:cNvPr>
                <p:cNvSpPr/>
                <p:nvPr/>
              </p:nvSpPr>
              <p:spPr>
                <a:xfrm>
                  <a:off x="6562436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65" name="Rectangle 100">
                  <a:extLst>
                    <a:ext uri="{FF2B5EF4-FFF2-40B4-BE49-F238E27FC236}">
                      <a16:creationId xmlns:a16="http://schemas.microsoft.com/office/drawing/2014/main" id="{3325DB66-559A-7FC5-B0E2-149DF38924A1}"/>
                    </a:ext>
                  </a:extLst>
                </p:cNvPr>
                <p:cNvSpPr/>
                <p:nvPr/>
              </p:nvSpPr>
              <p:spPr>
                <a:xfrm>
                  <a:off x="6758836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66" name="Rectangle 101">
                  <a:extLst>
                    <a:ext uri="{FF2B5EF4-FFF2-40B4-BE49-F238E27FC236}">
                      <a16:creationId xmlns:a16="http://schemas.microsoft.com/office/drawing/2014/main" id="{E02EE1AC-3DEF-4955-3B0A-ECA560CCE7D5}"/>
                    </a:ext>
                  </a:extLst>
                </p:cNvPr>
                <p:cNvSpPr/>
                <p:nvPr/>
              </p:nvSpPr>
              <p:spPr>
                <a:xfrm>
                  <a:off x="6894806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67" name="Rectangle 102">
                  <a:extLst>
                    <a:ext uri="{FF2B5EF4-FFF2-40B4-BE49-F238E27FC236}">
                      <a16:creationId xmlns:a16="http://schemas.microsoft.com/office/drawing/2014/main" id="{7208B3E3-80A1-4614-396C-B0DF78B8F085}"/>
                    </a:ext>
                  </a:extLst>
                </p:cNvPr>
                <p:cNvSpPr/>
                <p:nvPr/>
              </p:nvSpPr>
              <p:spPr>
                <a:xfrm>
                  <a:off x="7091206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68" name="Rectangle 103">
                  <a:extLst>
                    <a:ext uri="{FF2B5EF4-FFF2-40B4-BE49-F238E27FC236}">
                      <a16:creationId xmlns:a16="http://schemas.microsoft.com/office/drawing/2014/main" id="{1BEC411B-7BD0-329B-9ABF-7F5480D765B8}"/>
                    </a:ext>
                  </a:extLst>
                </p:cNvPr>
                <p:cNvSpPr/>
                <p:nvPr/>
              </p:nvSpPr>
              <p:spPr>
                <a:xfrm>
                  <a:off x="7227175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199" name="グループ化 198">
              <a:extLst>
                <a:ext uri="{FF2B5EF4-FFF2-40B4-BE49-F238E27FC236}">
                  <a16:creationId xmlns:a16="http://schemas.microsoft.com/office/drawing/2014/main" id="{23B4D224-1F06-832E-7983-2FCCA3725C34}"/>
                </a:ext>
              </a:extLst>
            </p:cNvPr>
            <p:cNvGrpSpPr/>
            <p:nvPr/>
          </p:nvGrpSpPr>
          <p:grpSpPr>
            <a:xfrm>
              <a:off x="4736049" y="2329060"/>
              <a:ext cx="920297" cy="893919"/>
              <a:chOff x="5978930" y="5568471"/>
              <a:chExt cx="900000" cy="900000"/>
            </a:xfrm>
          </p:grpSpPr>
          <p:sp>
            <p:nvSpPr>
              <p:cNvPr id="1309" name="Rectangle 1052">
                <a:extLst>
                  <a:ext uri="{FF2B5EF4-FFF2-40B4-BE49-F238E27FC236}">
                    <a16:creationId xmlns:a16="http://schemas.microsoft.com/office/drawing/2014/main" id="{91B6CA32-DFF0-29C1-0000-E442C27A421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978930" y="5568471"/>
                <a:ext cx="900000" cy="900000"/>
              </a:xfrm>
              <a:prstGeom prst="rect">
                <a:avLst/>
              </a:prstGeom>
              <a:solidFill>
                <a:srgbClr val="FBEADA"/>
              </a:solidFill>
              <a:ln w="12700"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altLang="ja-JP" sz="1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310" name="グループ化 1309">
                <a:extLst>
                  <a:ext uri="{FF2B5EF4-FFF2-40B4-BE49-F238E27FC236}">
                    <a16:creationId xmlns:a16="http://schemas.microsoft.com/office/drawing/2014/main" id="{A0D0D760-8A6B-4EDE-F69A-8BCB464873F8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016049" y="5608981"/>
                <a:ext cx="828000" cy="828000"/>
                <a:chOff x="4764619" y="1854439"/>
                <a:chExt cx="2643849" cy="1867106"/>
              </a:xfrm>
            </p:grpSpPr>
            <p:sp>
              <p:nvSpPr>
                <p:cNvPr id="1311" name="Rectangle 24">
                  <a:extLst>
                    <a:ext uri="{FF2B5EF4-FFF2-40B4-BE49-F238E27FC236}">
                      <a16:creationId xmlns:a16="http://schemas.microsoft.com/office/drawing/2014/main" id="{0F7DE226-162B-AFC0-D634-9D4338FC10C4}"/>
                    </a:ext>
                  </a:extLst>
                </p:cNvPr>
                <p:cNvSpPr/>
                <p:nvPr/>
              </p:nvSpPr>
              <p:spPr>
                <a:xfrm>
                  <a:off x="4765255" y="185672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12" name="Rectangle 25">
                  <a:extLst>
                    <a:ext uri="{FF2B5EF4-FFF2-40B4-BE49-F238E27FC236}">
                      <a16:creationId xmlns:a16="http://schemas.microsoft.com/office/drawing/2014/main" id="{1FA2C71A-FC02-E052-F4EF-67CD2F0B9B5F}"/>
                    </a:ext>
                  </a:extLst>
                </p:cNvPr>
                <p:cNvSpPr/>
                <p:nvPr/>
              </p:nvSpPr>
              <p:spPr>
                <a:xfrm>
                  <a:off x="4900588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13" name="Rectangle 26">
                  <a:extLst>
                    <a:ext uri="{FF2B5EF4-FFF2-40B4-BE49-F238E27FC236}">
                      <a16:creationId xmlns:a16="http://schemas.microsoft.com/office/drawing/2014/main" id="{E3CEE32F-B71B-2C93-8961-D7E0414A6EDB}"/>
                    </a:ext>
                  </a:extLst>
                </p:cNvPr>
                <p:cNvSpPr/>
                <p:nvPr/>
              </p:nvSpPr>
              <p:spPr>
                <a:xfrm>
                  <a:off x="5096988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14" name="Rectangle 27">
                  <a:extLst>
                    <a:ext uri="{FF2B5EF4-FFF2-40B4-BE49-F238E27FC236}">
                      <a16:creationId xmlns:a16="http://schemas.microsoft.com/office/drawing/2014/main" id="{8C3AA323-3C42-C1F8-CB82-6E547A289FCB}"/>
                    </a:ext>
                  </a:extLst>
                </p:cNvPr>
                <p:cNvSpPr/>
                <p:nvPr/>
              </p:nvSpPr>
              <p:spPr>
                <a:xfrm>
                  <a:off x="5232958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15" name="Rectangle 28">
                  <a:extLst>
                    <a:ext uri="{FF2B5EF4-FFF2-40B4-BE49-F238E27FC236}">
                      <a16:creationId xmlns:a16="http://schemas.microsoft.com/office/drawing/2014/main" id="{5D7B34FD-D7C5-4B62-7A74-C29960C97060}"/>
                    </a:ext>
                  </a:extLst>
                </p:cNvPr>
                <p:cNvSpPr/>
                <p:nvPr/>
              </p:nvSpPr>
              <p:spPr>
                <a:xfrm>
                  <a:off x="5429358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16" name="Rectangle 29">
                  <a:extLst>
                    <a:ext uri="{FF2B5EF4-FFF2-40B4-BE49-F238E27FC236}">
                      <a16:creationId xmlns:a16="http://schemas.microsoft.com/office/drawing/2014/main" id="{9002816C-4CD7-308B-A1F2-9BB5B9462C29}"/>
                    </a:ext>
                  </a:extLst>
                </p:cNvPr>
                <p:cNvSpPr/>
                <p:nvPr/>
              </p:nvSpPr>
              <p:spPr>
                <a:xfrm>
                  <a:off x="5565328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17" name="Rectangle 30">
                  <a:extLst>
                    <a:ext uri="{FF2B5EF4-FFF2-40B4-BE49-F238E27FC236}">
                      <a16:creationId xmlns:a16="http://schemas.microsoft.com/office/drawing/2014/main" id="{F6449D2D-7136-ED46-07A9-86C70AD09CCC}"/>
                    </a:ext>
                  </a:extLst>
                </p:cNvPr>
                <p:cNvSpPr/>
                <p:nvPr/>
              </p:nvSpPr>
              <p:spPr>
                <a:xfrm>
                  <a:off x="5761728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18" name="Rectangle 31">
                  <a:extLst>
                    <a:ext uri="{FF2B5EF4-FFF2-40B4-BE49-F238E27FC236}">
                      <a16:creationId xmlns:a16="http://schemas.microsoft.com/office/drawing/2014/main" id="{47220CCA-F067-2FA1-31A9-D31174D4A03D}"/>
                    </a:ext>
                  </a:extLst>
                </p:cNvPr>
                <p:cNvSpPr/>
                <p:nvPr/>
              </p:nvSpPr>
              <p:spPr>
                <a:xfrm>
                  <a:off x="5897697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19" name="Rectangle 32">
                  <a:extLst>
                    <a:ext uri="{FF2B5EF4-FFF2-40B4-BE49-F238E27FC236}">
                      <a16:creationId xmlns:a16="http://schemas.microsoft.com/office/drawing/2014/main" id="{1638C435-8C55-87FC-BE72-BB160D9B7B27}"/>
                    </a:ext>
                  </a:extLst>
                </p:cNvPr>
                <p:cNvSpPr/>
                <p:nvPr/>
              </p:nvSpPr>
              <p:spPr>
                <a:xfrm>
                  <a:off x="6094098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20" name="Rectangle 33">
                  <a:extLst>
                    <a:ext uri="{FF2B5EF4-FFF2-40B4-BE49-F238E27FC236}">
                      <a16:creationId xmlns:a16="http://schemas.microsoft.com/office/drawing/2014/main" id="{08F3ED82-805B-985E-F394-CF0F4496778A}"/>
                    </a:ext>
                  </a:extLst>
                </p:cNvPr>
                <p:cNvSpPr/>
                <p:nvPr/>
              </p:nvSpPr>
              <p:spPr>
                <a:xfrm>
                  <a:off x="6230067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21" name="Rectangle 34">
                  <a:extLst>
                    <a:ext uri="{FF2B5EF4-FFF2-40B4-BE49-F238E27FC236}">
                      <a16:creationId xmlns:a16="http://schemas.microsoft.com/office/drawing/2014/main" id="{F3CD042E-D331-958C-E9F8-460B6DC71889}"/>
                    </a:ext>
                  </a:extLst>
                </p:cNvPr>
                <p:cNvSpPr/>
                <p:nvPr/>
              </p:nvSpPr>
              <p:spPr>
                <a:xfrm>
                  <a:off x="6426467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22" name="Rectangle 35">
                  <a:extLst>
                    <a:ext uri="{FF2B5EF4-FFF2-40B4-BE49-F238E27FC236}">
                      <a16:creationId xmlns:a16="http://schemas.microsoft.com/office/drawing/2014/main" id="{66A0BA87-2F2E-E7E2-2EB3-94821A650EBD}"/>
                    </a:ext>
                  </a:extLst>
                </p:cNvPr>
                <p:cNvSpPr/>
                <p:nvPr/>
              </p:nvSpPr>
              <p:spPr>
                <a:xfrm>
                  <a:off x="6562436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23" name="Rectangle 36">
                  <a:extLst>
                    <a:ext uri="{FF2B5EF4-FFF2-40B4-BE49-F238E27FC236}">
                      <a16:creationId xmlns:a16="http://schemas.microsoft.com/office/drawing/2014/main" id="{30443F39-83CF-FD27-B85F-87D9A869CC0A}"/>
                    </a:ext>
                  </a:extLst>
                </p:cNvPr>
                <p:cNvSpPr/>
                <p:nvPr/>
              </p:nvSpPr>
              <p:spPr>
                <a:xfrm>
                  <a:off x="6758836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24" name="Rectangle 37">
                  <a:extLst>
                    <a:ext uri="{FF2B5EF4-FFF2-40B4-BE49-F238E27FC236}">
                      <a16:creationId xmlns:a16="http://schemas.microsoft.com/office/drawing/2014/main" id="{F02ED88C-5A6C-1967-6E35-9E1FD77C3A4B}"/>
                    </a:ext>
                  </a:extLst>
                </p:cNvPr>
                <p:cNvSpPr/>
                <p:nvPr/>
              </p:nvSpPr>
              <p:spPr>
                <a:xfrm>
                  <a:off x="6894806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25" name="Rectangle 38">
                  <a:extLst>
                    <a:ext uri="{FF2B5EF4-FFF2-40B4-BE49-F238E27FC236}">
                      <a16:creationId xmlns:a16="http://schemas.microsoft.com/office/drawing/2014/main" id="{AE7EE009-2CBE-24D6-9ECD-945933B1B203}"/>
                    </a:ext>
                  </a:extLst>
                </p:cNvPr>
                <p:cNvSpPr/>
                <p:nvPr/>
              </p:nvSpPr>
              <p:spPr>
                <a:xfrm>
                  <a:off x="7091206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26" name="Rectangle 39">
                  <a:extLst>
                    <a:ext uri="{FF2B5EF4-FFF2-40B4-BE49-F238E27FC236}">
                      <a16:creationId xmlns:a16="http://schemas.microsoft.com/office/drawing/2014/main" id="{F8E8CB4E-15D1-A11E-C6BB-509C7A952304}"/>
                    </a:ext>
                  </a:extLst>
                </p:cNvPr>
                <p:cNvSpPr/>
                <p:nvPr/>
              </p:nvSpPr>
              <p:spPr>
                <a:xfrm>
                  <a:off x="7227175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27" name="Rectangle 88">
                  <a:extLst>
                    <a:ext uri="{FF2B5EF4-FFF2-40B4-BE49-F238E27FC236}">
                      <a16:creationId xmlns:a16="http://schemas.microsoft.com/office/drawing/2014/main" id="{859C144C-A713-238E-788B-DB4151B046DB}"/>
                    </a:ext>
                  </a:extLst>
                </p:cNvPr>
                <p:cNvSpPr/>
                <p:nvPr/>
              </p:nvSpPr>
              <p:spPr>
                <a:xfrm>
                  <a:off x="4764619" y="2085888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28" name="Rectangle 89">
                  <a:extLst>
                    <a:ext uri="{FF2B5EF4-FFF2-40B4-BE49-F238E27FC236}">
                      <a16:creationId xmlns:a16="http://schemas.microsoft.com/office/drawing/2014/main" id="{6C78BFF8-D0D1-DFE0-C14F-E2D5A3A234BB}"/>
                    </a:ext>
                  </a:extLst>
                </p:cNvPr>
                <p:cNvSpPr/>
                <p:nvPr/>
              </p:nvSpPr>
              <p:spPr>
                <a:xfrm>
                  <a:off x="4900588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29" name="Rectangle 90">
                  <a:extLst>
                    <a:ext uri="{FF2B5EF4-FFF2-40B4-BE49-F238E27FC236}">
                      <a16:creationId xmlns:a16="http://schemas.microsoft.com/office/drawing/2014/main" id="{865E61E4-6213-100C-D02C-FDC91B0873E3}"/>
                    </a:ext>
                  </a:extLst>
                </p:cNvPr>
                <p:cNvSpPr/>
                <p:nvPr/>
              </p:nvSpPr>
              <p:spPr>
                <a:xfrm>
                  <a:off x="5096988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30" name="Rectangle 91">
                  <a:extLst>
                    <a:ext uri="{FF2B5EF4-FFF2-40B4-BE49-F238E27FC236}">
                      <a16:creationId xmlns:a16="http://schemas.microsoft.com/office/drawing/2014/main" id="{14A5BC54-4E4A-5B8A-0B1D-E4336031C37D}"/>
                    </a:ext>
                  </a:extLst>
                </p:cNvPr>
                <p:cNvSpPr/>
                <p:nvPr/>
              </p:nvSpPr>
              <p:spPr>
                <a:xfrm>
                  <a:off x="5232958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31" name="Rectangle 92">
                  <a:extLst>
                    <a:ext uri="{FF2B5EF4-FFF2-40B4-BE49-F238E27FC236}">
                      <a16:creationId xmlns:a16="http://schemas.microsoft.com/office/drawing/2014/main" id="{774760A0-DC1C-FEC5-1269-6FB2BB4DD561}"/>
                    </a:ext>
                  </a:extLst>
                </p:cNvPr>
                <p:cNvSpPr/>
                <p:nvPr/>
              </p:nvSpPr>
              <p:spPr>
                <a:xfrm>
                  <a:off x="5429358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32" name="Rectangle 93">
                  <a:extLst>
                    <a:ext uri="{FF2B5EF4-FFF2-40B4-BE49-F238E27FC236}">
                      <a16:creationId xmlns:a16="http://schemas.microsoft.com/office/drawing/2014/main" id="{E00EA1A8-2F57-76B3-0B1A-DE22E47137E1}"/>
                    </a:ext>
                  </a:extLst>
                </p:cNvPr>
                <p:cNvSpPr/>
                <p:nvPr/>
              </p:nvSpPr>
              <p:spPr>
                <a:xfrm>
                  <a:off x="5565328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33" name="Rectangle 94">
                  <a:extLst>
                    <a:ext uri="{FF2B5EF4-FFF2-40B4-BE49-F238E27FC236}">
                      <a16:creationId xmlns:a16="http://schemas.microsoft.com/office/drawing/2014/main" id="{E197BE25-4176-8034-C9BE-C2CE56C1E09F}"/>
                    </a:ext>
                  </a:extLst>
                </p:cNvPr>
                <p:cNvSpPr/>
                <p:nvPr/>
              </p:nvSpPr>
              <p:spPr>
                <a:xfrm>
                  <a:off x="5761728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34" name="Rectangle 95">
                  <a:extLst>
                    <a:ext uri="{FF2B5EF4-FFF2-40B4-BE49-F238E27FC236}">
                      <a16:creationId xmlns:a16="http://schemas.microsoft.com/office/drawing/2014/main" id="{DB11722F-EBFE-F355-F113-F46D38CF10F4}"/>
                    </a:ext>
                  </a:extLst>
                </p:cNvPr>
                <p:cNvSpPr/>
                <p:nvPr/>
              </p:nvSpPr>
              <p:spPr>
                <a:xfrm>
                  <a:off x="5897697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35" name="Rectangle 96">
                  <a:extLst>
                    <a:ext uri="{FF2B5EF4-FFF2-40B4-BE49-F238E27FC236}">
                      <a16:creationId xmlns:a16="http://schemas.microsoft.com/office/drawing/2014/main" id="{F78F08AD-A769-888C-49D9-EB16CAD508D1}"/>
                    </a:ext>
                  </a:extLst>
                </p:cNvPr>
                <p:cNvSpPr/>
                <p:nvPr/>
              </p:nvSpPr>
              <p:spPr>
                <a:xfrm>
                  <a:off x="6094098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36" name="Rectangle 97">
                  <a:extLst>
                    <a:ext uri="{FF2B5EF4-FFF2-40B4-BE49-F238E27FC236}">
                      <a16:creationId xmlns:a16="http://schemas.microsoft.com/office/drawing/2014/main" id="{FDD9B664-768C-FACC-A406-4780F1CFF895}"/>
                    </a:ext>
                  </a:extLst>
                </p:cNvPr>
                <p:cNvSpPr/>
                <p:nvPr/>
              </p:nvSpPr>
              <p:spPr>
                <a:xfrm>
                  <a:off x="6230067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37" name="Rectangle 98">
                  <a:extLst>
                    <a:ext uri="{FF2B5EF4-FFF2-40B4-BE49-F238E27FC236}">
                      <a16:creationId xmlns:a16="http://schemas.microsoft.com/office/drawing/2014/main" id="{0A458F24-4C26-4C8D-EEA2-AE522241D8FC}"/>
                    </a:ext>
                  </a:extLst>
                </p:cNvPr>
                <p:cNvSpPr/>
                <p:nvPr/>
              </p:nvSpPr>
              <p:spPr>
                <a:xfrm>
                  <a:off x="6426467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38" name="Rectangle 99">
                  <a:extLst>
                    <a:ext uri="{FF2B5EF4-FFF2-40B4-BE49-F238E27FC236}">
                      <a16:creationId xmlns:a16="http://schemas.microsoft.com/office/drawing/2014/main" id="{09800719-CFEC-EE92-DD55-2CB080C030AC}"/>
                    </a:ext>
                  </a:extLst>
                </p:cNvPr>
                <p:cNvSpPr/>
                <p:nvPr/>
              </p:nvSpPr>
              <p:spPr>
                <a:xfrm>
                  <a:off x="6562436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39" name="Rectangle 100">
                  <a:extLst>
                    <a:ext uri="{FF2B5EF4-FFF2-40B4-BE49-F238E27FC236}">
                      <a16:creationId xmlns:a16="http://schemas.microsoft.com/office/drawing/2014/main" id="{332F0F8F-58C0-20BE-31A8-4D31BB287550}"/>
                    </a:ext>
                  </a:extLst>
                </p:cNvPr>
                <p:cNvSpPr/>
                <p:nvPr/>
              </p:nvSpPr>
              <p:spPr>
                <a:xfrm>
                  <a:off x="6758836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40" name="Rectangle 101">
                  <a:extLst>
                    <a:ext uri="{FF2B5EF4-FFF2-40B4-BE49-F238E27FC236}">
                      <a16:creationId xmlns:a16="http://schemas.microsoft.com/office/drawing/2014/main" id="{1A5DF940-4AB5-CF03-2B0D-FD0BEEB9F16A}"/>
                    </a:ext>
                  </a:extLst>
                </p:cNvPr>
                <p:cNvSpPr/>
                <p:nvPr/>
              </p:nvSpPr>
              <p:spPr>
                <a:xfrm>
                  <a:off x="6894806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41" name="Rectangle 102">
                  <a:extLst>
                    <a:ext uri="{FF2B5EF4-FFF2-40B4-BE49-F238E27FC236}">
                      <a16:creationId xmlns:a16="http://schemas.microsoft.com/office/drawing/2014/main" id="{5961E4EA-20A0-395C-FC85-DAF58A3B149F}"/>
                    </a:ext>
                  </a:extLst>
                </p:cNvPr>
                <p:cNvSpPr/>
                <p:nvPr/>
              </p:nvSpPr>
              <p:spPr>
                <a:xfrm>
                  <a:off x="7091206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42" name="Rectangle 103">
                  <a:extLst>
                    <a:ext uri="{FF2B5EF4-FFF2-40B4-BE49-F238E27FC236}">
                      <a16:creationId xmlns:a16="http://schemas.microsoft.com/office/drawing/2014/main" id="{BD61D09A-6D24-C9DA-6090-33D3B37F0094}"/>
                    </a:ext>
                  </a:extLst>
                </p:cNvPr>
                <p:cNvSpPr/>
                <p:nvPr/>
              </p:nvSpPr>
              <p:spPr>
                <a:xfrm>
                  <a:off x="7227175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43" name="Rectangle 24">
                  <a:extLst>
                    <a:ext uri="{FF2B5EF4-FFF2-40B4-BE49-F238E27FC236}">
                      <a16:creationId xmlns:a16="http://schemas.microsoft.com/office/drawing/2014/main" id="{975E0AFF-583C-4F6F-A0CD-C1B0DD66D0B7}"/>
                    </a:ext>
                  </a:extLst>
                </p:cNvPr>
                <p:cNvSpPr/>
                <p:nvPr/>
              </p:nvSpPr>
              <p:spPr>
                <a:xfrm>
                  <a:off x="4765255" y="23361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44" name="Rectangle 25">
                  <a:extLst>
                    <a:ext uri="{FF2B5EF4-FFF2-40B4-BE49-F238E27FC236}">
                      <a16:creationId xmlns:a16="http://schemas.microsoft.com/office/drawing/2014/main" id="{35D51111-C896-96A7-657C-B6AB615696C9}"/>
                    </a:ext>
                  </a:extLst>
                </p:cNvPr>
                <p:cNvSpPr/>
                <p:nvPr/>
              </p:nvSpPr>
              <p:spPr>
                <a:xfrm>
                  <a:off x="4900588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45" name="Rectangle 26">
                  <a:extLst>
                    <a:ext uri="{FF2B5EF4-FFF2-40B4-BE49-F238E27FC236}">
                      <a16:creationId xmlns:a16="http://schemas.microsoft.com/office/drawing/2014/main" id="{10586F46-DDBF-8566-AB32-5ED43EA0A454}"/>
                    </a:ext>
                  </a:extLst>
                </p:cNvPr>
                <p:cNvSpPr/>
                <p:nvPr/>
              </p:nvSpPr>
              <p:spPr>
                <a:xfrm>
                  <a:off x="5096988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46" name="Rectangle 27">
                  <a:extLst>
                    <a:ext uri="{FF2B5EF4-FFF2-40B4-BE49-F238E27FC236}">
                      <a16:creationId xmlns:a16="http://schemas.microsoft.com/office/drawing/2014/main" id="{4226C4BC-246C-C3AF-090C-9D9E19985157}"/>
                    </a:ext>
                  </a:extLst>
                </p:cNvPr>
                <p:cNvSpPr/>
                <p:nvPr/>
              </p:nvSpPr>
              <p:spPr>
                <a:xfrm>
                  <a:off x="5232958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47" name="Rectangle 28">
                  <a:extLst>
                    <a:ext uri="{FF2B5EF4-FFF2-40B4-BE49-F238E27FC236}">
                      <a16:creationId xmlns:a16="http://schemas.microsoft.com/office/drawing/2014/main" id="{A5F5028C-E10D-41EC-E941-92B46C744070}"/>
                    </a:ext>
                  </a:extLst>
                </p:cNvPr>
                <p:cNvSpPr/>
                <p:nvPr/>
              </p:nvSpPr>
              <p:spPr>
                <a:xfrm>
                  <a:off x="5429358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48" name="Rectangle 29">
                  <a:extLst>
                    <a:ext uri="{FF2B5EF4-FFF2-40B4-BE49-F238E27FC236}">
                      <a16:creationId xmlns:a16="http://schemas.microsoft.com/office/drawing/2014/main" id="{4D4BCEC5-E216-96C6-D2FB-2FB93FA3CE75}"/>
                    </a:ext>
                  </a:extLst>
                </p:cNvPr>
                <p:cNvSpPr/>
                <p:nvPr/>
              </p:nvSpPr>
              <p:spPr>
                <a:xfrm>
                  <a:off x="5565328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49" name="Rectangle 30">
                  <a:extLst>
                    <a:ext uri="{FF2B5EF4-FFF2-40B4-BE49-F238E27FC236}">
                      <a16:creationId xmlns:a16="http://schemas.microsoft.com/office/drawing/2014/main" id="{DF85145D-2354-1B05-3489-5A7C90389D02}"/>
                    </a:ext>
                  </a:extLst>
                </p:cNvPr>
                <p:cNvSpPr/>
                <p:nvPr/>
              </p:nvSpPr>
              <p:spPr>
                <a:xfrm>
                  <a:off x="5761728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50" name="Rectangle 31">
                  <a:extLst>
                    <a:ext uri="{FF2B5EF4-FFF2-40B4-BE49-F238E27FC236}">
                      <a16:creationId xmlns:a16="http://schemas.microsoft.com/office/drawing/2014/main" id="{D652B8BE-A43F-9468-F484-06F98576191A}"/>
                    </a:ext>
                  </a:extLst>
                </p:cNvPr>
                <p:cNvSpPr/>
                <p:nvPr/>
              </p:nvSpPr>
              <p:spPr>
                <a:xfrm>
                  <a:off x="5897697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51" name="Rectangle 32">
                  <a:extLst>
                    <a:ext uri="{FF2B5EF4-FFF2-40B4-BE49-F238E27FC236}">
                      <a16:creationId xmlns:a16="http://schemas.microsoft.com/office/drawing/2014/main" id="{EC09DE20-72AD-C874-DC58-2EB0900A5EFC}"/>
                    </a:ext>
                  </a:extLst>
                </p:cNvPr>
                <p:cNvSpPr/>
                <p:nvPr/>
              </p:nvSpPr>
              <p:spPr>
                <a:xfrm>
                  <a:off x="6094098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52" name="Rectangle 33">
                  <a:extLst>
                    <a:ext uri="{FF2B5EF4-FFF2-40B4-BE49-F238E27FC236}">
                      <a16:creationId xmlns:a16="http://schemas.microsoft.com/office/drawing/2014/main" id="{D07A77CF-6B8B-D818-08CF-E9BEE1CFA07F}"/>
                    </a:ext>
                  </a:extLst>
                </p:cNvPr>
                <p:cNvSpPr/>
                <p:nvPr/>
              </p:nvSpPr>
              <p:spPr>
                <a:xfrm>
                  <a:off x="6230067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53" name="Rectangle 34">
                  <a:extLst>
                    <a:ext uri="{FF2B5EF4-FFF2-40B4-BE49-F238E27FC236}">
                      <a16:creationId xmlns:a16="http://schemas.microsoft.com/office/drawing/2014/main" id="{CAAF7255-AA5B-A4B2-B22C-E1ACFDE41C0E}"/>
                    </a:ext>
                  </a:extLst>
                </p:cNvPr>
                <p:cNvSpPr/>
                <p:nvPr/>
              </p:nvSpPr>
              <p:spPr>
                <a:xfrm>
                  <a:off x="6426467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54" name="Rectangle 35">
                  <a:extLst>
                    <a:ext uri="{FF2B5EF4-FFF2-40B4-BE49-F238E27FC236}">
                      <a16:creationId xmlns:a16="http://schemas.microsoft.com/office/drawing/2014/main" id="{3C10E60C-91A7-EA16-054E-52335E596FA9}"/>
                    </a:ext>
                  </a:extLst>
                </p:cNvPr>
                <p:cNvSpPr/>
                <p:nvPr/>
              </p:nvSpPr>
              <p:spPr>
                <a:xfrm>
                  <a:off x="6562436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55" name="Rectangle 36">
                  <a:extLst>
                    <a:ext uri="{FF2B5EF4-FFF2-40B4-BE49-F238E27FC236}">
                      <a16:creationId xmlns:a16="http://schemas.microsoft.com/office/drawing/2014/main" id="{E30F5EAF-FCC7-A661-59F2-BDB5FA1EC5F9}"/>
                    </a:ext>
                  </a:extLst>
                </p:cNvPr>
                <p:cNvSpPr/>
                <p:nvPr/>
              </p:nvSpPr>
              <p:spPr>
                <a:xfrm>
                  <a:off x="6758836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56" name="Rectangle 37">
                  <a:extLst>
                    <a:ext uri="{FF2B5EF4-FFF2-40B4-BE49-F238E27FC236}">
                      <a16:creationId xmlns:a16="http://schemas.microsoft.com/office/drawing/2014/main" id="{E524450C-3E9D-9311-E31A-7EACE4DAB8AE}"/>
                    </a:ext>
                  </a:extLst>
                </p:cNvPr>
                <p:cNvSpPr/>
                <p:nvPr/>
              </p:nvSpPr>
              <p:spPr>
                <a:xfrm>
                  <a:off x="6894806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57" name="Rectangle 38">
                  <a:extLst>
                    <a:ext uri="{FF2B5EF4-FFF2-40B4-BE49-F238E27FC236}">
                      <a16:creationId xmlns:a16="http://schemas.microsoft.com/office/drawing/2014/main" id="{A98F0BA0-700A-19C3-7D06-8D131C5E7FD8}"/>
                    </a:ext>
                  </a:extLst>
                </p:cNvPr>
                <p:cNvSpPr/>
                <p:nvPr/>
              </p:nvSpPr>
              <p:spPr>
                <a:xfrm>
                  <a:off x="7091206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58" name="Rectangle 39">
                  <a:extLst>
                    <a:ext uri="{FF2B5EF4-FFF2-40B4-BE49-F238E27FC236}">
                      <a16:creationId xmlns:a16="http://schemas.microsoft.com/office/drawing/2014/main" id="{4A516433-3740-39A1-0B2B-7B451B1E03AE}"/>
                    </a:ext>
                  </a:extLst>
                </p:cNvPr>
                <p:cNvSpPr/>
                <p:nvPr/>
              </p:nvSpPr>
              <p:spPr>
                <a:xfrm>
                  <a:off x="7227175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59" name="Rectangle 88">
                  <a:extLst>
                    <a:ext uri="{FF2B5EF4-FFF2-40B4-BE49-F238E27FC236}">
                      <a16:creationId xmlns:a16="http://schemas.microsoft.com/office/drawing/2014/main" id="{1BB99066-011C-047E-0888-776DA12ED13E}"/>
                    </a:ext>
                  </a:extLst>
                </p:cNvPr>
                <p:cNvSpPr/>
                <p:nvPr/>
              </p:nvSpPr>
              <p:spPr>
                <a:xfrm>
                  <a:off x="4764619" y="2565304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60" name="Rectangle 89">
                  <a:extLst>
                    <a:ext uri="{FF2B5EF4-FFF2-40B4-BE49-F238E27FC236}">
                      <a16:creationId xmlns:a16="http://schemas.microsoft.com/office/drawing/2014/main" id="{CC99E0E6-95E4-37C9-A2EC-A8003D8BE288}"/>
                    </a:ext>
                  </a:extLst>
                </p:cNvPr>
                <p:cNvSpPr/>
                <p:nvPr/>
              </p:nvSpPr>
              <p:spPr>
                <a:xfrm>
                  <a:off x="4900588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61" name="Rectangle 90">
                  <a:extLst>
                    <a:ext uri="{FF2B5EF4-FFF2-40B4-BE49-F238E27FC236}">
                      <a16:creationId xmlns:a16="http://schemas.microsoft.com/office/drawing/2014/main" id="{D6D5BE31-218B-A667-279E-D2C50394863E}"/>
                    </a:ext>
                  </a:extLst>
                </p:cNvPr>
                <p:cNvSpPr/>
                <p:nvPr/>
              </p:nvSpPr>
              <p:spPr>
                <a:xfrm>
                  <a:off x="5096988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62" name="Rectangle 91">
                  <a:extLst>
                    <a:ext uri="{FF2B5EF4-FFF2-40B4-BE49-F238E27FC236}">
                      <a16:creationId xmlns:a16="http://schemas.microsoft.com/office/drawing/2014/main" id="{8A2E388E-4AA1-3530-EC35-0429AD41955A}"/>
                    </a:ext>
                  </a:extLst>
                </p:cNvPr>
                <p:cNvSpPr/>
                <p:nvPr/>
              </p:nvSpPr>
              <p:spPr>
                <a:xfrm>
                  <a:off x="5232958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63" name="Rectangle 92">
                  <a:extLst>
                    <a:ext uri="{FF2B5EF4-FFF2-40B4-BE49-F238E27FC236}">
                      <a16:creationId xmlns:a16="http://schemas.microsoft.com/office/drawing/2014/main" id="{C5617181-C0A0-DFEB-8DA6-EA76129F36DA}"/>
                    </a:ext>
                  </a:extLst>
                </p:cNvPr>
                <p:cNvSpPr/>
                <p:nvPr/>
              </p:nvSpPr>
              <p:spPr>
                <a:xfrm>
                  <a:off x="5429358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64" name="Rectangle 93">
                  <a:extLst>
                    <a:ext uri="{FF2B5EF4-FFF2-40B4-BE49-F238E27FC236}">
                      <a16:creationId xmlns:a16="http://schemas.microsoft.com/office/drawing/2014/main" id="{E710390E-A916-0F94-5580-4383D9CF771D}"/>
                    </a:ext>
                  </a:extLst>
                </p:cNvPr>
                <p:cNvSpPr/>
                <p:nvPr/>
              </p:nvSpPr>
              <p:spPr>
                <a:xfrm>
                  <a:off x="5565328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65" name="Rectangle 94">
                  <a:extLst>
                    <a:ext uri="{FF2B5EF4-FFF2-40B4-BE49-F238E27FC236}">
                      <a16:creationId xmlns:a16="http://schemas.microsoft.com/office/drawing/2014/main" id="{1228E709-D080-EDAA-B889-9163BCB4127F}"/>
                    </a:ext>
                  </a:extLst>
                </p:cNvPr>
                <p:cNvSpPr/>
                <p:nvPr/>
              </p:nvSpPr>
              <p:spPr>
                <a:xfrm>
                  <a:off x="5761728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66" name="Rectangle 95">
                  <a:extLst>
                    <a:ext uri="{FF2B5EF4-FFF2-40B4-BE49-F238E27FC236}">
                      <a16:creationId xmlns:a16="http://schemas.microsoft.com/office/drawing/2014/main" id="{30986351-4458-9834-5EDB-168C16323256}"/>
                    </a:ext>
                  </a:extLst>
                </p:cNvPr>
                <p:cNvSpPr/>
                <p:nvPr/>
              </p:nvSpPr>
              <p:spPr>
                <a:xfrm>
                  <a:off x="5897697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67" name="Rectangle 96">
                  <a:extLst>
                    <a:ext uri="{FF2B5EF4-FFF2-40B4-BE49-F238E27FC236}">
                      <a16:creationId xmlns:a16="http://schemas.microsoft.com/office/drawing/2014/main" id="{022E66EA-599F-9290-7A98-765C410FDD13}"/>
                    </a:ext>
                  </a:extLst>
                </p:cNvPr>
                <p:cNvSpPr/>
                <p:nvPr/>
              </p:nvSpPr>
              <p:spPr>
                <a:xfrm>
                  <a:off x="6094098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68" name="Rectangle 97">
                  <a:extLst>
                    <a:ext uri="{FF2B5EF4-FFF2-40B4-BE49-F238E27FC236}">
                      <a16:creationId xmlns:a16="http://schemas.microsoft.com/office/drawing/2014/main" id="{AAF24BFD-CC66-3D1F-6D70-96A10F572DEE}"/>
                    </a:ext>
                  </a:extLst>
                </p:cNvPr>
                <p:cNvSpPr/>
                <p:nvPr/>
              </p:nvSpPr>
              <p:spPr>
                <a:xfrm>
                  <a:off x="6230067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69" name="Rectangle 98">
                  <a:extLst>
                    <a:ext uri="{FF2B5EF4-FFF2-40B4-BE49-F238E27FC236}">
                      <a16:creationId xmlns:a16="http://schemas.microsoft.com/office/drawing/2014/main" id="{83EDD085-C3B0-93B7-2FEF-E0885F980243}"/>
                    </a:ext>
                  </a:extLst>
                </p:cNvPr>
                <p:cNvSpPr/>
                <p:nvPr/>
              </p:nvSpPr>
              <p:spPr>
                <a:xfrm>
                  <a:off x="6426467" y="2576057"/>
                  <a:ext cx="226616" cy="145321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70" name="Rectangle 99">
                  <a:extLst>
                    <a:ext uri="{FF2B5EF4-FFF2-40B4-BE49-F238E27FC236}">
                      <a16:creationId xmlns:a16="http://schemas.microsoft.com/office/drawing/2014/main" id="{5B9582A0-6960-89F8-D878-15D2487F2CDC}"/>
                    </a:ext>
                  </a:extLst>
                </p:cNvPr>
                <p:cNvSpPr/>
                <p:nvPr/>
              </p:nvSpPr>
              <p:spPr>
                <a:xfrm>
                  <a:off x="6562436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71" name="Rectangle 100">
                  <a:extLst>
                    <a:ext uri="{FF2B5EF4-FFF2-40B4-BE49-F238E27FC236}">
                      <a16:creationId xmlns:a16="http://schemas.microsoft.com/office/drawing/2014/main" id="{05BC8AF0-3AE2-CE6E-5170-ECF0F5CE2CA8}"/>
                    </a:ext>
                  </a:extLst>
                </p:cNvPr>
                <p:cNvSpPr/>
                <p:nvPr/>
              </p:nvSpPr>
              <p:spPr>
                <a:xfrm>
                  <a:off x="6758836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72" name="Rectangle 101">
                  <a:extLst>
                    <a:ext uri="{FF2B5EF4-FFF2-40B4-BE49-F238E27FC236}">
                      <a16:creationId xmlns:a16="http://schemas.microsoft.com/office/drawing/2014/main" id="{3AC72EAC-F3B3-7A0B-A4B6-0DD54782CE65}"/>
                    </a:ext>
                  </a:extLst>
                </p:cNvPr>
                <p:cNvSpPr/>
                <p:nvPr/>
              </p:nvSpPr>
              <p:spPr>
                <a:xfrm>
                  <a:off x="6894806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73" name="Rectangle 102">
                  <a:extLst>
                    <a:ext uri="{FF2B5EF4-FFF2-40B4-BE49-F238E27FC236}">
                      <a16:creationId xmlns:a16="http://schemas.microsoft.com/office/drawing/2014/main" id="{85E76783-7471-5A57-E152-90A1B96E877F}"/>
                    </a:ext>
                  </a:extLst>
                </p:cNvPr>
                <p:cNvSpPr/>
                <p:nvPr/>
              </p:nvSpPr>
              <p:spPr>
                <a:xfrm>
                  <a:off x="7091206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74" name="Rectangle 103">
                  <a:extLst>
                    <a:ext uri="{FF2B5EF4-FFF2-40B4-BE49-F238E27FC236}">
                      <a16:creationId xmlns:a16="http://schemas.microsoft.com/office/drawing/2014/main" id="{3D30C34A-7891-3826-D2C7-1C94C44C886E}"/>
                    </a:ext>
                  </a:extLst>
                </p:cNvPr>
                <p:cNvSpPr/>
                <p:nvPr/>
              </p:nvSpPr>
              <p:spPr>
                <a:xfrm>
                  <a:off x="7227175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75" name="Rectangle 24">
                  <a:extLst>
                    <a:ext uri="{FF2B5EF4-FFF2-40B4-BE49-F238E27FC236}">
                      <a16:creationId xmlns:a16="http://schemas.microsoft.com/office/drawing/2014/main" id="{69DE2B11-9DAD-DAF1-493F-2BAE62455EB7}"/>
                    </a:ext>
                  </a:extLst>
                </p:cNvPr>
                <p:cNvSpPr/>
                <p:nvPr/>
              </p:nvSpPr>
              <p:spPr>
                <a:xfrm>
                  <a:off x="4765255" y="280951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76" name="Rectangle 25">
                  <a:extLst>
                    <a:ext uri="{FF2B5EF4-FFF2-40B4-BE49-F238E27FC236}">
                      <a16:creationId xmlns:a16="http://schemas.microsoft.com/office/drawing/2014/main" id="{474E8BA0-C572-DB90-DD5D-B433A164794C}"/>
                    </a:ext>
                  </a:extLst>
                </p:cNvPr>
                <p:cNvSpPr/>
                <p:nvPr/>
              </p:nvSpPr>
              <p:spPr>
                <a:xfrm>
                  <a:off x="4900588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77" name="Rectangle 26">
                  <a:extLst>
                    <a:ext uri="{FF2B5EF4-FFF2-40B4-BE49-F238E27FC236}">
                      <a16:creationId xmlns:a16="http://schemas.microsoft.com/office/drawing/2014/main" id="{3AE761FB-9F2A-203F-82B9-851BCBC74F9F}"/>
                    </a:ext>
                  </a:extLst>
                </p:cNvPr>
                <p:cNvSpPr/>
                <p:nvPr/>
              </p:nvSpPr>
              <p:spPr>
                <a:xfrm>
                  <a:off x="5096988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78" name="Rectangle 27">
                  <a:extLst>
                    <a:ext uri="{FF2B5EF4-FFF2-40B4-BE49-F238E27FC236}">
                      <a16:creationId xmlns:a16="http://schemas.microsoft.com/office/drawing/2014/main" id="{A9419E32-34AA-7DA1-FF64-A20231B4C059}"/>
                    </a:ext>
                  </a:extLst>
                </p:cNvPr>
                <p:cNvSpPr/>
                <p:nvPr/>
              </p:nvSpPr>
              <p:spPr>
                <a:xfrm>
                  <a:off x="5232958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79" name="Rectangle 28">
                  <a:extLst>
                    <a:ext uri="{FF2B5EF4-FFF2-40B4-BE49-F238E27FC236}">
                      <a16:creationId xmlns:a16="http://schemas.microsoft.com/office/drawing/2014/main" id="{E58AAE18-70F4-4FDF-E284-B32EA77C2B48}"/>
                    </a:ext>
                  </a:extLst>
                </p:cNvPr>
                <p:cNvSpPr/>
                <p:nvPr/>
              </p:nvSpPr>
              <p:spPr>
                <a:xfrm>
                  <a:off x="5429358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80" name="Rectangle 29">
                  <a:extLst>
                    <a:ext uri="{FF2B5EF4-FFF2-40B4-BE49-F238E27FC236}">
                      <a16:creationId xmlns:a16="http://schemas.microsoft.com/office/drawing/2014/main" id="{D366ACFB-852C-8057-EF44-85A88047665E}"/>
                    </a:ext>
                  </a:extLst>
                </p:cNvPr>
                <p:cNvSpPr/>
                <p:nvPr/>
              </p:nvSpPr>
              <p:spPr>
                <a:xfrm>
                  <a:off x="5565328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81" name="Rectangle 30">
                  <a:extLst>
                    <a:ext uri="{FF2B5EF4-FFF2-40B4-BE49-F238E27FC236}">
                      <a16:creationId xmlns:a16="http://schemas.microsoft.com/office/drawing/2014/main" id="{0F4E4DDE-F840-5D6F-A77D-A1A3CDDBE88A}"/>
                    </a:ext>
                  </a:extLst>
                </p:cNvPr>
                <p:cNvSpPr/>
                <p:nvPr/>
              </p:nvSpPr>
              <p:spPr>
                <a:xfrm>
                  <a:off x="5761728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82" name="Rectangle 31">
                  <a:extLst>
                    <a:ext uri="{FF2B5EF4-FFF2-40B4-BE49-F238E27FC236}">
                      <a16:creationId xmlns:a16="http://schemas.microsoft.com/office/drawing/2014/main" id="{40866977-0862-5F94-282D-DD277A163C6C}"/>
                    </a:ext>
                  </a:extLst>
                </p:cNvPr>
                <p:cNvSpPr/>
                <p:nvPr/>
              </p:nvSpPr>
              <p:spPr>
                <a:xfrm>
                  <a:off x="5897697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83" name="Rectangle 32">
                  <a:extLst>
                    <a:ext uri="{FF2B5EF4-FFF2-40B4-BE49-F238E27FC236}">
                      <a16:creationId xmlns:a16="http://schemas.microsoft.com/office/drawing/2014/main" id="{AEA34171-4651-4BC9-7CB9-A929B2F19FCA}"/>
                    </a:ext>
                  </a:extLst>
                </p:cNvPr>
                <p:cNvSpPr/>
                <p:nvPr/>
              </p:nvSpPr>
              <p:spPr>
                <a:xfrm>
                  <a:off x="6094098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84" name="Rectangle 33">
                  <a:extLst>
                    <a:ext uri="{FF2B5EF4-FFF2-40B4-BE49-F238E27FC236}">
                      <a16:creationId xmlns:a16="http://schemas.microsoft.com/office/drawing/2014/main" id="{CB893CF7-CA4F-A13D-FD43-772676BC369D}"/>
                    </a:ext>
                  </a:extLst>
                </p:cNvPr>
                <p:cNvSpPr/>
                <p:nvPr/>
              </p:nvSpPr>
              <p:spPr>
                <a:xfrm>
                  <a:off x="6230067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85" name="Rectangle 34">
                  <a:extLst>
                    <a:ext uri="{FF2B5EF4-FFF2-40B4-BE49-F238E27FC236}">
                      <a16:creationId xmlns:a16="http://schemas.microsoft.com/office/drawing/2014/main" id="{1D9471E5-D52D-1F71-7F44-EF6D3D1D4EC7}"/>
                    </a:ext>
                  </a:extLst>
                </p:cNvPr>
                <p:cNvSpPr/>
                <p:nvPr/>
              </p:nvSpPr>
              <p:spPr>
                <a:xfrm>
                  <a:off x="6426467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86" name="Rectangle 35">
                  <a:extLst>
                    <a:ext uri="{FF2B5EF4-FFF2-40B4-BE49-F238E27FC236}">
                      <a16:creationId xmlns:a16="http://schemas.microsoft.com/office/drawing/2014/main" id="{2B4D5015-F08E-3050-17A0-D0AE1E25761B}"/>
                    </a:ext>
                  </a:extLst>
                </p:cNvPr>
                <p:cNvSpPr/>
                <p:nvPr/>
              </p:nvSpPr>
              <p:spPr>
                <a:xfrm>
                  <a:off x="6562436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87" name="Rectangle 36">
                  <a:extLst>
                    <a:ext uri="{FF2B5EF4-FFF2-40B4-BE49-F238E27FC236}">
                      <a16:creationId xmlns:a16="http://schemas.microsoft.com/office/drawing/2014/main" id="{D3A54D92-4D98-E67B-BEEB-4826895D3F1D}"/>
                    </a:ext>
                  </a:extLst>
                </p:cNvPr>
                <p:cNvSpPr/>
                <p:nvPr/>
              </p:nvSpPr>
              <p:spPr>
                <a:xfrm>
                  <a:off x="6758836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88" name="Rectangle 37">
                  <a:extLst>
                    <a:ext uri="{FF2B5EF4-FFF2-40B4-BE49-F238E27FC236}">
                      <a16:creationId xmlns:a16="http://schemas.microsoft.com/office/drawing/2014/main" id="{D5D891C2-F87C-140B-E1B1-26A65BF0038B}"/>
                    </a:ext>
                  </a:extLst>
                </p:cNvPr>
                <p:cNvSpPr/>
                <p:nvPr/>
              </p:nvSpPr>
              <p:spPr>
                <a:xfrm>
                  <a:off x="6894806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89" name="Rectangle 38">
                  <a:extLst>
                    <a:ext uri="{FF2B5EF4-FFF2-40B4-BE49-F238E27FC236}">
                      <a16:creationId xmlns:a16="http://schemas.microsoft.com/office/drawing/2014/main" id="{EDE1183F-459B-0DEF-F949-E8FC344AFA52}"/>
                    </a:ext>
                  </a:extLst>
                </p:cNvPr>
                <p:cNvSpPr/>
                <p:nvPr/>
              </p:nvSpPr>
              <p:spPr>
                <a:xfrm>
                  <a:off x="7091206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90" name="Rectangle 39">
                  <a:extLst>
                    <a:ext uri="{FF2B5EF4-FFF2-40B4-BE49-F238E27FC236}">
                      <a16:creationId xmlns:a16="http://schemas.microsoft.com/office/drawing/2014/main" id="{CC95FA82-29D9-471D-42C1-DE955E598D4C}"/>
                    </a:ext>
                  </a:extLst>
                </p:cNvPr>
                <p:cNvSpPr/>
                <p:nvPr/>
              </p:nvSpPr>
              <p:spPr>
                <a:xfrm>
                  <a:off x="7227175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91" name="Rectangle 88">
                  <a:extLst>
                    <a:ext uri="{FF2B5EF4-FFF2-40B4-BE49-F238E27FC236}">
                      <a16:creationId xmlns:a16="http://schemas.microsoft.com/office/drawing/2014/main" id="{C175FB19-02E3-57E2-B917-CECB6FA4020E}"/>
                    </a:ext>
                  </a:extLst>
                </p:cNvPr>
                <p:cNvSpPr/>
                <p:nvPr/>
              </p:nvSpPr>
              <p:spPr>
                <a:xfrm>
                  <a:off x="4764619" y="3038680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92" name="Rectangle 89">
                  <a:extLst>
                    <a:ext uri="{FF2B5EF4-FFF2-40B4-BE49-F238E27FC236}">
                      <a16:creationId xmlns:a16="http://schemas.microsoft.com/office/drawing/2014/main" id="{37A8AF68-6447-0D8E-4A3E-8B9866174B98}"/>
                    </a:ext>
                  </a:extLst>
                </p:cNvPr>
                <p:cNvSpPr/>
                <p:nvPr/>
              </p:nvSpPr>
              <p:spPr>
                <a:xfrm>
                  <a:off x="4900588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93" name="Rectangle 90">
                  <a:extLst>
                    <a:ext uri="{FF2B5EF4-FFF2-40B4-BE49-F238E27FC236}">
                      <a16:creationId xmlns:a16="http://schemas.microsoft.com/office/drawing/2014/main" id="{205071FD-4463-09EA-53FD-1EF44A53CA7F}"/>
                    </a:ext>
                  </a:extLst>
                </p:cNvPr>
                <p:cNvSpPr/>
                <p:nvPr/>
              </p:nvSpPr>
              <p:spPr>
                <a:xfrm>
                  <a:off x="5096988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94" name="Rectangle 91">
                  <a:extLst>
                    <a:ext uri="{FF2B5EF4-FFF2-40B4-BE49-F238E27FC236}">
                      <a16:creationId xmlns:a16="http://schemas.microsoft.com/office/drawing/2014/main" id="{EA8EBC4B-24E3-905C-663E-23EA5F3C2345}"/>
                    </a:ext>
                  </a:extLst>
                </p:cNvPr>
                <p:cNvSpPr/>
                <p:nvPr/>
              </p:nvSpPr>
              <p:spPr>
                <a:xfrm>
                  <a:off x="5232958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95" name="Rectangle 92">
                  <a:extLst>
                    <a:ext uri="{FF2B5EF4-FFF2-40B4-BE49-F238E27FC236}">
                      <a16:creationId xmlns:a16="http://schemas.microsoft.com/office/drawing/2014/main" id="{2642B68E-B0EB-3D3B-1F27-FABECB0020AF}"/>
                    </a:ext>
                  </a:extLst>
                </p:cNvPr>
                <p:cNvSpPr/>
                <p:nvPr/>
              </p:nvSpPr>
              <p:spPr>
                <a:xfrm>
                  <a:off x="5429358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96" name="Rectangle 93">
                  <a:extLst>
                    <a:ext uri="{FF2B5EF4-FFF2-40B4-BE49-F238E27FC236}">
                      <a16:creationId xmlns:a16="http://schemas.microsoft.com/office/drawing/2014/main" id="{1B36CEBC-A6DA-FA19-9404-0E00B5048650}"/>
                    </a:ext>
                  </a:extLst>
                </p:cNvPr>
                <p:cNvSpPr/>
                <p:nvPr/>
              </p:nvSpPr>
              <p:spPr>
                <a:xfrm>
                  <a:off x="5565328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97" name="Rectangle 94">
                  <a:extLst>
                    <a:ext uri="{FF2B5EF4-FFF2-40B4-BE49-F238E27FC236}">
                      <a16:creationId xmlns:a16="http://schemas.microsoft.com/office/drawing/2014/main" id="{4CFAB70B-D3A5-7D36-DE12-3AE535484152}"/>
                    </a:ext>
                  </a:extLst>
                </p:cNvPr>
                <p:cNvSpPr/>
                <p:nvPr/>
              </p:nvSpPr>
              <p:spPr>
                <a:xfrm>
                  <a:off x="5761728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98" name="Rectangle 95">
                  <a:extLst>
                    <a:ext uri="{FF2B5EF4-FFF2-40B4-BE49-F238E27FC236}">
                      <a16:creationId xmlns:a16="http://schemas.microsoft.com/office/drawing/2014/main" id="{7CA4E613-EFB9-943C-88B5-50310B349976}"/>
                    </a:ext>
                  </a:extLst>
                </p:cNvPr>
                <p:cNvSpPr/>
                <p:nvPr/>
              </p:nvSpPr>
              <p:spPr>
                <a:xfrm>
                  <a:off x="5897697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99" name="Rectangle 96">
                  <a:extLst>
                    <a:ext uri="{FF2B5EF4-FFF2-40B4-BE49-F238E27FC236}">
                      <a16:creationId xmlns:a16="http://schemas.microsoft.com/office/drawing/2014/main" id="{1559E625-2C78-B366-F844-8CBF5362A4B0}"/>
                    </a:ext>
                  </a:extLst>
                </p:cNvPr>
                <p:cNvSpPr/>
                <p:nvPr/>
              </p:nvSpPr>
              <p:spPr>
                <a:xfrm>
                  <a:off x="6094098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00" name="Rectangle 97">
                  <a:extLst>
                    <a:ext uri="{FF2B5EF4-FFF2-40B4-BE49-F238E27FC236}">
                      <a16:creationId xmlns:a16="http://schemas.microsoft.com/office/drawing/2014/main" id="{5A51B5B5-1616-D4CD-ABF3-71DEE24C9748}"/>
                    </a:ext>
                  </a:extLst>
                </p:cNvPr>
                <p:cNvSpPr/>
                <p:nvPr/>
              </p:nvSpPr>
              <p:spPr>
                <a:xfrm>
                  <a:off x="6230067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01" name="Rectangle 98">
                  <a:extLst>
                    <a:ext uri="{FF2B5EF4-FFF2-40B4-BE49-F238E27FC236}">
                      <a16:creationId xmlns:a16="http://schemas.microsoft.com/office/drawing/2014/main" id="{71ACA6BB-DE41-D720-92A1-F175949A9CF8}"/>
                    </a:ext>
                  </a:extLst>
                </p:cNvPr>
                <p:cNvSpPr/>
                <p:nvPr/>
              </p:nvSpPr>
              <p:spPr>
                <a:xfrm>
                  <a:off x="6426466" y="3049432"/>
                  <a:ext cx="226616" cy="145323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02" name="Rectangle 99">
                  <a:extLst>
                    <a:ext uri="{FF2B5EF4-FFF2-40B4-BE49-F238E27FC236}">
                      <a16:creationId xmlns:a16="http://schemas.microsoft.com/office/drawing/2014/main" id="{BB5E921B-89A3-A6DC-A716-D80F9447C884}"/>
                    </a:ext>
                  </a:extLst>
                </p:cNvPr>
                <p:cNvSpPr/>
                <p:nvPr/>
              </p:nvSpPr>
              <p:spPr>
                <a:xfrm>
                  <a:off x="6562436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03" name="Rectangle 100">
                  <a:extLst>
                    <a:ext uri="{FF2B5EF4-FFF2-40B4-BE49-F238E27FC236}">
                      <a16:creationId xmlns:a16="http://schemas.microsoft.com/office/drawing/2014/main" id="{B25696E5-E6D0-CCF1-CEDA-8B374B8C36D4}"/>
                    </a:ext>
                  </a:extLst>
                </p:cNvPr>
                <p:cNvSpPr/>
                <p:nvPr/>
              </p:nvSpPr>
              <p:spPr>
                <a:xfrm>
                  <a:off x="6758836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04" name="Rectangle 101">
                  <a:extLst>
                    <a:ext uri="{FF2B5EF4-FFF2-40B4-BE49-F238E27FC236}">
                      <a16:creationId xmlns:a16="http://schemas.microsoft.com/office/drawing/2014/main" id="{1D459348-2552-0A21-AF8B-453DE8BAB30F}"/>
                    </a:ext>
                  </a:extLst>
                </p:cNvPr>
                <p:cNvSpPr/>
                <p:nvPr/>
              </p:nvSpPr>
              <p:spPr>
                <a:xfrm>
                  <a:off x="6894806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05" name="Rectangle 102">
                  <a:extLst>
                    <a:ext uri="{FF2B5EF4-FFF2-40B4-BE49-F238E27FC236}">
                      <a16:creationId xmlns:a16="http://schemas.microsoft.com/office/drawing/2014/main" id="{6D47E243-B08F-C1FC-6D79-BE50308E5110}"/>
                    </a:ext>
                  </a:extLst>
                </p:cNvPr>
                <p:cNvSpPr/>
                <p:nvPr/>
              </p:nvSpPr>
              <p:spPr>
                <a:xfrm>
                  <a:off x="7091206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06" name="Rectangle 103">
                  <a:extLst>
                    <a:ext uri="{FF2B5EF4-FFF2-40B4-BE49-F238E27FC236}">
                      <a16:creationId xmlns:a16="http://schemas.microsoft.com/office/drawing/2014/main" id="{CE9E9202-C271-8624-722B-F464DBD3B9E5}"/>
                    </a:ext>
                  </a:extLst>
                </p:cNvPr>
                <p:cNvSpPr/>
                <p:nvPr/>
              </p:nvSpPr>
              <p:spPr>
                <a:xfrm>
                  <a:off x="7227175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07" name="Rectangle 24">
                  <a:extLst>
                    <a:ext uri="{FF2B5EF4-FFF2-40B4-BE49-F238E27FC236}">
                      <a16:creationId xmlns:a16="http://schemas.microsoft.com/office/drawing/2014/main" id="{A858A28C-F762-1D88-046B-6FEF534DA18B}"/>
                    </a:ext>
                  </a:extLst>
                </p:cNvPr>
                <p:cNvSpPr/>
                <p:nvPr/>
              </p:nvSpPr>
              <p:spPr>
                <a:xfrm>
                  <a:off x="4765255" y="32889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08" name="Rectangle 25">
                  <a:extLst>
                    <a:ext uri="{FF2B5EF4-FFF2-40B4-BE49-F238E27FC236}">
                      <a16:creationId xmlns:a16="http://schemas.microsoft.com/office/drawing/2014/main" id="{88EF9236-B1A8-3C57-9AA3-B79602CD76CD}"/>
                    </a:ext>
                  </a:extLst>
                </p:cNvPr>
                <p:cNvSpPr/>
                <p:nvPr/>
              </p:nvSpPr>
              <p:spPr>
                <a:xfrm>
                  <a:off x="4900588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09" name="Rectangle 26">
                  <a:extLst>
                    <a:ext uri="{FF2B5EF4-FFF2-40B4-BE49-F238E27FC236}">
                      <a16:creationId xmlns:a16="http://schemas.microsoft.com/office/drawing/2014/main" id="{2003E6D5-9F1C-5124-19F1-A7F1EC6E071F}"/>
                    </a:ext>
                  </a:extLst>
                </p:cNvPr>
                <p:cNvSpPr/>
                <p:nvPr/>
              </p:nvSpPr>
              <p:spPr>
                <a:xfrm>
                  <a:off x="5096988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10" name="Rectangle 27">
                  <a:extLst>
                    <a:ext uri="{FF2B5EF4-FFF2-40B4-BE49-F238E27FC236}">
                      <a16:creationId xmlns:a16="http://schemas.microsoft.com/office/drawing/2014/main" id="{B3CE47D3-3500-9080-B196-895397BE86C2}"/>
                    </a:ext>
                  </a:extLst>
                </p:cNvPr>
                <p:cNvSpPr/>
                <p:nvPr/>
              </p:nvSpPr>
              <p:spPr>
                <a:xfrm>
                  <a:off x="5232958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11" name="Rectangle 28">
                  <a:extLst>
                    <a:ext uri="{FF2B5EF4-FFF2-40B4-BE49-F238E27FC236}">
                      <a16:creationId xmlns:a16="http://schemas.microsoft.com/office/drawing/2014/main" id="{E1AD039B-3598-BE5C-DEA0-0403AE1E570D}"/>
                    </a:ext>
                  </a:extLst>
                </p:cNvPr>
                <p:cNvSpPr/>
                <p:nvPr/>
              </p:nvSpPr>
              <p:spPr>
                <a:xfrm>
                  <a:off x="5429358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12" name="Rectangle 29">
                  <a:extLst>
                    <a:ext uri="{FF2B5EF4-FFF2-40B4-BE49-F238E27FC236}">
                      <a16:creationId xmlns:a16="http://schemas.microsoft.com/office/drawing/2014/main" id="{D04F88C2-8BD2-6259-3897-B22032FA1004}"/>
                    </a:ext>
                  </a:extLst>
                </p:cNvPr>
                <p:cNvSpPr/>
                <p:nvPr/>
              </p:nvSpPr>
              <p:spPr>
                <a:xfrm>
                  <a:off x="5565328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13" name="Rectangle 30">
                  <a:extLst>
                    <a:ext uri="{FF2B5EF4-FFF2-40B4-BE49-F238E27FC236}">
                      <a16:creationId xmlns:a16="http://schemas.microsoft.com/office/drawing/2014/main" id="{AAE8E58A-BBB4-F88E-77C8-084D887837EE}"/>
                    </a:ext>
                  </a:extLst>
                </p:cNvPr>
                <p:cNvSpPr/>
                <p:nvPr/>
              </p:nvSpPr>
              <p:spPr>
                <a:xfrm>
                  <a:off x="5761728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14" name="Rectangle 31">
                  <a:extLst>
                    <a:ext uri="{FF2B5EF4-FFF2-40B4-BE49-F238E27FC236}">
                      <a16:creationId xmlns:a16="http://schemas.microsoft.com/office/drawing/2014/main" id="{EF71B40D-07A7-88C7-58D3-A17D4FA4CA67}"/>
                    </a:ext>
                  </a:extLst>
                </p:cNvPr>
                <p:cNvSpPr/>
                <p:nvPr/>
              </p:nvSpPr>
              <p:spPr>
                <a:xfrm>
                  <a:off x="5897697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15" name="Rectangle 32">
                  <a:extLst>
                    <a:ext uri="{FF2B5EF4-FFF2-40B4-BE49-F238E27FC236}">
                      <a16:creationId xmlns:a16="http://schemas.microsoft.com/office/drawing/2014/main" id="{621AF9CC-855A-2948-F11A-311890959401}"/>
                    </a:ext>
                  </a:extLst>
                </p:cNvPr>
                <p:cNvSpPr/>
                <p:nvPr/>
              </p:nvSpPr>
              <p:spPr>
                <a:xfrm>
                  <a:off x="6094098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16" name="Rectangle 33">
                  <a:extLst>
                    <a:ext uri="{FF2B5EF4-FFF2-40B4-BE49-F238E27FC236}">
                      <a16:creationId xmlns:a16="http://schemas.microsoft.com/office/drawing/2014/main" id="{E5B789F1-5A53-6734-3F89-251DDCDD75A2}"/>
                    </a:ext>
                  </a:extLst>
                </p:cNvPr>
                <p:cNvSpPr/>
                <p:nvPr/>
              </p:nvSpPr>
              <p:spPr>
                <a:xfrm>
                  <a:off x="6230067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17" name="Rectangle 34">
                  <a:extLst>
                    <a:ext uri="{FF2B5EF4-FFF2-40B4-BE49-F238E27FC236}">
                      <a16:creationId xmlns:a16="http://schemas.microsoft.com/office/drawing/2014/main" id="{0FD5C516-E445-7E04-1794-84BA2C2F5F58}"/>
                    </a:ext>
                  </a:extLst>
                </p:cNvPr>
                <p:cNvSpPr/>
                <p:nvPr/>
              </p:nvSpPr>
              <p:spPr>
                <a:xfrm>
                  <a:off x="6426467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18" name="Rectangle 35">
                  <a:extLst>
                    <a:ext uri="{FF2B5EF4-FFF2-40B4-BE49-F238E27FC236}">
                      <a16:creationId xmlns:a16="http://schemas.microsoft.com/office/drawing/2014/main" id="{0CE68062-4935-ACAA-136A-6DEB5E07CBBE}"/>
                    </a:ext>
                  </a:extLst>
                </p:cNvPr>
                <p:cNvSpPr/>
                <p:nvPr/>
              </p:nvSpPr>
              <p:spPr>
                <a:xfrm>
                  <a:off x="6562436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19" name="Rectangle 36">
                  <a:extLst>
                    <a:ext uri="{FF2B5EF4-FFF2-40B4-BE49-F238E27FC236}">
                      <a16:creationId xmlns:a16="http://schemas.microsoft.com/office/drawing/2014/main" id="{C24FBE5F-99D4-E916-8BFA-D6BCC72BD233}"/>
                    </a:ext>
                  </a:extLst>
                </p:cNvPr>
                <p:cNvSpPr/>
                <p:nvPr/>
              </p:nvSpPr>
              <p:spPr>
                <a:xfrm>
                  <a:off x="6758836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20" name="Rectangle 37">
                  <a:extLst>
                    <a:ext uri="{FF2B5EF4-FFF2-40B4-BE49-F238E27FC236}">
                      <a16:creationId xmlns:a16="http://schemas.microsoft.com/office/drawing/2014/main" id="{B60B3ED7-5635-8F21-56A6-E3BBC085EA6A}"/>
                    </a:ext>
                  </a:extLst>
                </p:cNvPr>
                <p:cNvSpPr/>
                <p:nvPr/>
              </p:nvSpPr>
              <p:spPr>
                <a:xfrm>
                  <a:off x="6894806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21" name="Rectangle 38">
                  <a:extLst>
                    <a:ext uri="{FF2B5EF4-FFF2-40B4-BE49-F238E27FC236}">
                      <a16:creationId xmlns:a16="http://schemas.microsoft.com/office/drawing/2014/main" id="{626895D0-B314-7B00-3548-5DF107A62AD8}"/>
                    </a:ext>
                  </a:extLst>
                </p:cNvPr>
                <p:cNvSpPr/>
                <p:nvPr/>
              </p:nvSpPr>
              <p:spPr>
                <a:xfrm>
                  <a:off x="7091206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22" name="Rectangle 39">
                  <a:extLst>
                    <a:ext uri="{FF2B5EF4-FFF2-40B4-BE49-F238E27FC236}">
                      <a16:creationId xmlns:a16="http://schemas.microsoft.com/office/drawing/2014/main" id="{D26871B5-B260-A91B-FE24-259C87E73151}"/>
                    </a:ext>
                  </a:extLst>
                </p:cNvPr>
                <p:cNvSpPr/>
                <p:nvPr/>
              </p:nvSpPr>
              <p:spPr>
                <a:xfrm>
                  <a:off x="7227175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23" name="Rectangle 88">
                  <a:extLst>
                    <a:ext uri="{FF2B5EF4-FFF2-40B4-BE49-F238E27FC236}">
                      <a16:creationId xmlns:a16="http://schemas.microsoft.com/office/drawing/2014/main" id="{14B0BDD2-33C6-FCEC-3432-358A0FFBF21F}"/>
                    </a:ext>
                  </a:extLst>
                </p:cNvPr>
                <p:cNvSpPr/>
                <p:nvPr/>
              </p:nvSpPr>
              <p:spPr>
                <a:xfrm>
                  <a:off x="4764619" y="3518096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24" name="Rectangle 89">
                  <a:extLst>
                    <a:ext uri="{FF2B5EF4-FFF2-40B4-BE49-F238E27FC236}">
                      <a16:creationId xmlns:a16="http://schemas.microsoft.com/office/drawing/2014/main" id="{8D66AFE1-0059-4E2B-AF86-8FCD8A6E2CBF}"/>
                    </a:ext>
                  </a:extLst>
                </p:cNvPr>
                <p:cNvSpPr/>
                <p:nvPr/>
              </p:nvSpPr>
              <p:spPr>
                <a:xfrm>
                  <a:off x="4900588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25" name="Rectangle 90">
                  <a:extLst>
                    <a:ext uri="{FF2B5EF4-FFF2-40B4-BE49-F238E27FC236}">
                      <a16:creationId xmlns:a16="http://schemas.microsoft.com/office/drawing/2014/main" id="{E7389B69-8F31-932D-8991-A0A3621BA646}"/>
                    </a:ext>
                  </a:extLst>
                </p:cNvPr>
                <p:cNvSpPr/>
                <p:nvPr/>
              </p:nvSpPr>
              <p:spPr>
                <a:xfrm>
                  <a:off x="5096988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26" name="Rectangle 91">
                  <a:extLst>
                    <a:ext uri="{FF2B5EF4-FFF2-40B4-BE49-F238E27FC236}">
                      <a16:creationId xmlns:a16="http://schemas.microsoft.com/office/drawing/2014/main" id="{127D0668-456B-BC88-CECB-E72571608607}"/>
                    </a:ext>
                  </a:extLst>
                </p:cNvPr>
                <p:cNvSpPr/>
                <p:nvPr/>
              </p:nvSpPr>
              <p:spPr>
                <a:xfrm>
                  <a:off x="5232958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27" name="Rectangle 92">
                  <a:extLst>
                    <a:ext uri="{FF2B5EF4-FFF2-40B4-BE49-F238E27FC236}">
                      <a16:creationId xmlns:a16="http://schemas.microsoft.com/office/drawing/2014/main" id="{BF244D2C-0AFB-F832-CA5D-FB49F260BBCC}"/>
                    </a:ext>
                  </a:extLst>
                </p:cNvPr>
                <p:cNvSpPr/>
                <p:nvPr/>
              </p:nvSpPr>
              <p:spPr>
                <a:xfrm>
                  <a:off x="5429358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28" name="Rectangle 93">
                  <a:extLst>
                    <a:ext uri="{FF2B5EF4-FFF2-40B4-BE49-F238E27FC236}">
                      <a16:creationId xmlns:a16="http://schemas.microsoft.com/office/drawing/2014/main" id="{DCF6057A-EA2B-70D8-F841-F0EEE06E1474}"/>
                    </a:ext>
                  </a:extLst>
                </p:cNvPr>
                <p:cNvSpPr/>
                <p:nvPr/>
              </p:nvSpPr>
              <p:spPr>
                <a:xfrm>
                  <a:off x="5565328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29" name="Rectangle 94">
                  <a:extLst>
                    <a:ext uri="{FF2B5EF4-FFF2-40B4-BE49-F238E27FC236}">
                      <a16:creationId xmlns:a16="http://schemas.microsoft.com/office/drawing/2014/main" id="{6E60B7CF-7A21-A603-D03F-8F44C6C7D240}"/>
                    </a:ext>
                  </a:extLst>
                </p:cNvPr>
                <p:cNvSpPr/>
                <p:nvPr/>
              </p:nvSpPr>
              <p:spPr>
                <a:xfrm>
                  <a:off x="5761728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30" name="Rectangle 95">
                  <a:extLst>
                    <a:ext uri="{FF2B5EF4-FFF2-40B4-BE49-F238E27FC236}">
                      <a16:creationId xmlns:a16="http://schemas.microsoft.com/office/drawing/2014/main" id="{9C9EB7CE-046E-2754-EEED-38978AAD8AF7}"/>
                    </a:ext>
                  </a:extLst>
                </p:cNvPr>
                <p:cNvSpPr/>
                <p:nvPr/>
              </p:nvSpPr>
              <p:spPr>
                <a:xfrm>
                  <a:off x="5897697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31" name="Rectangle 96">
                  <a:extLst>
                    <a:ext uri="{FF2B5EF4-FFF2-40B4-BE49-F238E27FC236}">
                      <a16:creationId xmlns:a16="http://schemas.microsoft.com/office/drawing/2014/main" id="{07186AB6-01AD-4307-5BC0-D3EB1442A6C3}"/>
                    </a:ext>
                  </a:extLst>
                </p:cNvPr>
                <p:cNvSpPr/>
                <p:nvPr/>
              </p:nvSpPr>
              <p:spPr>
                <a:xfrm>
                  <a:off x="6094098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32" name="Rectangle 97">
                  <a:extLst>
                    <a:ext uri="{FF2B5EF4-FFF2-40B4-BE49-F238E27FC236}">
                      <a16:creationId xmlns:a16="http://schemas.microsoft.com/office/drawing/2014/main" id="{C9F8D9EF-2A59-8169-6D58-E1F68F028F3A}"/>
                    </a:ext>
                  </a:extLst>
                </p:cNvPr>
                <p:cNvSpPr/>
                <p:nvPr/>
              </p:nvSpPr>
              <p:spPr>
                <a:xfrm>
                  <a:off x="6230067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33" name="Rectangle 98">
                  <a:extLst>
                    <a:ext uri="{FF2B5EF4-FFF2-40B4-BE49-F238E27FC236}">
                      <a16:creationId xmlns:a16="http://schemas.microsoft.com/office/drawing/2014/main" id="{24D257F7-4EAE-C90A-C923-16E293FBA31A}"/>
                    </a:ext>
                  </a:extLst>
                </p:cNvPr>
                <p:cNvSpPr/>
                <p:nvPr/>
              </p:nvSpPr>
              <p:spPr>
                <a:xfrm>
                  <a:off x="6426467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34" name="Rectangle 99">
                  <a:extLst>
                    <a:ext uri="{FF2B5EF4-FFF2-40B4-BE49-F238E27FC236}">
                      <a16:creationId xmlns:a16="http://schemas.microsoft.com/office/drawing/2014/main" id="{3773AEE6-1165-9B10-737F-0286C652242F}"/>
                    </a:ext>
                  </a:extLst>
                </p:cNvPr>
                <p:cNvSpPr/>
                <p:nvPr/>
              </p:nvSpPr>
              <p:spPr>
                <a:xfrm>
                  <a:off x="6562436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35" name="Rectangle 100">
                  <a:extLst>
                    <a:ext uri="{FF2B5EF4-FFF2-40B4-BE49-F238E27FC236}">
                      <a16:creationId xmlns:a16="http://schemas.microsoft.com/office/drawing/2014/main" id="{C3F84063-4184-E95C-FC1A-CD0C1C233733}"/>
                    </a:ext>
                  </a:extLst>
                </p:cNvPr>
                <p:cNvSpPr/>
                <p:nvPr/>
              </p:nvSpPr>
              <p:spPr>
                <a:xfrm>
                  <a:off x="6758836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36" name="Rectangle 101">
                  <a:extLst>
                    <a:ext uri="{FF2B5EF4-FFF2-40B4-BE49-F238E27FC236}">
                      <a16:creationId xmlns:a16="http://schemas.microsoft.com/office/drawing/2014/main" id="{C2C59A70-963D-58BC-A59B-CFE6D645877C}"/>
                    </a:ext>
                  </a:extLst>
                </p:cNvPr>
                <p:cNvSpPr/>
                <p:nvPr/>
              </p:nvSpPr>
              <p:spPr>
                <a:xfrm>
                  <a:off x="6894806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37" name="Rectangle 102">
                  <a:extLst>
                    <a:ext uri="{FF2B5EF4-FFF2-40B4-BE49-F238E27FC236}">
                      <a16:creationId xmlns:a16="http://schemas.microsoft.com/office/drawing/2014/main" id="{208961BD-1337-7D54-3908-6929A69FEB05}"/>
                    </a:ext>
                  </a:extLst>
                </p:cNvPr>
                <p:cNvSpPr/>
                <p:nvPr/>
              </p:nvSpPr>
              <p:spPr>
                <a:xfrm>
                  <a:off x="7091206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38" name="Rectangle 103">
                  <a:extLst>
                    <a:ext uri="{FF2B5EF4-FFF2-40B4-BE49-F238E27FC236}">
                      <a16:creationId xmlns:a16="http://schemas.microsoft.com/office/drawing/2014/main" id="{119B76AD-82C0-E7CE-5AC3-64DEA1C8B762}"/>
                    </a:ext>
                  </a:extLst>
                </p:cNvPr>
                <p:cNvSpPr/>
                <p:nvPr/>
              </p:nvSpPr>
              <p:spPr>
                <a:xfrm>
                  <a:off x="7227175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201" name="グループ化 200">
              <a:extLst>
                <a:ext uri="{FF2B5EF4-FFF2-40B4-BE49-F238E27FC236}">
                  <a16:creationId xmlns:a16="http://schemas.microsoft.com/office/drawing/2014/main" id="{C0243BFA-74F4-3933-D7A7-C976107C0408}"/>
                </a:ext>
              </a:extLst>
            </p:cNvPr>
            <p:cNvGrpSpPr/>
            <p:nvPr/>
          </p:nvGrpSpPr>
          <p:grpSpPr>
            <a:xfrm>
              <a:off x="5717663" y="2329060"/>
              <a:ext cx="920297" cy="893919"/>
              <a:chOff x="5978930" y="5568471"/>
              <a:chExt cx="900000" cy="900000"/>
            </a:xfrm>
          </p:grpSpPr>
          <p:sp>
            <p:nvSpPr>
              <p:cNvPr id="1179" name="Rectangle 1052">
                <a:extLst>
                  <a:ext uri="{FF2B5EF4-FFF2-40B4-BE49-F238E27FC236}">
                    <a16:creationId xmlns:a16="http://schemas.microsoft.com/office/drawing/2014/main" id="{0207623C-5CC8-5A01-73A3-13F7441B8CA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978930" y="5568471"/>
                <a:ext cx="900000" cy="900000"/>
              </a:xfrm>
              <a:prstGeom prst="rect">
                <a:avLst/>
              </a:prstGeom>
              <a:solidFill>
                <a:srgbClr val="FBEADA"/>
              </a:solidFill>
              <a:ln w="12700"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altLang="ja-JP" sz="1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180" name="グループ化 1179">
                <a:extLst>
                  <a:ext uri="{FF2B5EF4-FFF2-40B4-BE49-F238E27FC236}">
                    <a16:creationId xmlns:a16="http://schemas.microsoft.com/office/drawing/2014/main" id="{E4502B24-4232-B066-8A75-175C93D04E5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016049" y="5608981"/>
                <a:ext cx="828000" cy="828000"/>
                <a:chOff x="4764619" y="1854439"/>
                <a:chExt cx="2643849" cy="1867106"/>
              </a:xfrm>
            </p:grpSpPr>
            <p:sp>
              <p:nvSpPr>
                <p:cNvPr id="1181" name="Rectangle 24">
                  <a:extLst>
                    <a:ext uri="{FF2B5EF4-FFF2-40B4-BE49-F238E27FC236}">
                      <a16:creationId xmlns:a16="http://schemas.microsoft.com/office/drawing/2014/main" id="{B4BE525B-7992-E1A0-EA82-18457C55DDC5}"/>
                    </a:ext>
                  </a:extLst>
                </p:cNvPr>
                <p:cNvSpPr/>
                <p:nvPr/>
              </p:nvSpPr>
              <p:spPr>
                <a:xfrm>
                  <a:off x="4765255" y="185672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82" name="Rectangle 25">
                  <a:extLst>
                    <a:ext uri="{FF2B5EF4-FFF2-40B4-BE49-F238E27FC236}">
                      <a16:creationId xmlns:a16="http://schemas.microsoft.com/office/drawing/2014/main" id="{B0BF1A01-BDDA-8F38-0160-04A723887BB7}"/>
                    </a:ext>
                  </a:extLst>
                </p:cNvPr>
                <p:cNvSpPr/>
                <p:nvPr/>
              </p:nvSpPr>
              <p:spPr>
                <a:xfrm>
                  <a:off x="4900588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83" name="Rectangle 26">
                  <a:extLst>
                    <a:ext uri="{FF2B5EF4-FFF2-40B4-BE49-F238E27FC236}">
                      <a16:creationId xmlns:a16="http://schemas.microsoft.com/office/drawing/2014/main" id="{5F8577CE-2709-06DA-BD32-97743C2578EC}"/>
                    </a:ext>
                  </a:extLst>
                </p:cNvPr>
                <p:cNvSpPr/>
                <p:nvPr/>
              </p:nvSpPr>
              <p:spPr>
                <a:xfrm>
                  <a:off x="5096988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84" name="Rectangle 27">
                  <a:extLst>
                    <a:ext uri="{FF2B5EF4-FFF2-40B4-BE49-F238E27FC236}">
                      <a16:creationId xmlns:a16="http://schemas.microsoft.com/office/drawing/2014/main" id="{5A24D52A-F4C6-4C73-DF82-1C2423EC9A9E}"/>
                    </a:ext>
                  </a:extLst>
                </p:cNvPr>
                <p:cNvSpPr/>
                <p:nvPr/>
              </p:nvSpPr>
              <p:spPr>
                <a:xfrm>
                  <a:off x="5232958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85" name="Rectangle 28">
                  <a:extLst>
                    <a:ext uri="{FF2B5EF4-FFF2-40B4-BE49-F238E27FC236}">
                      <a16:creationId xmlns:a16="http://schemas.microsoft.com/office/drawing/2014/main" id="{D2353C83-81F1-58D5-6266-7FA3A523323F}"/>
                    </a:ext>
                  </a:extLst>
                </p:cNvPr>
                <p:cNvSpPr/>
                <p:nvPr/>
              </p:nvSpPr>
              <p:spPr>
                <a:xfrm>
                  <a:off x="5429358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86" name="Rectangle 29">
                  <a:extLst>
                    <a:ext uri="{FF2B5EF4-FFF2-40B4-BE49-F238E27FC236}">
                      <a16:creationId xmlns:a16="http://schemas.microsoft.com/office/drawing/2014/main" id="{3DB7CD66-A0F4-72EC-FAC1-CC0D0D8F97C3}"/>
                    </a:ext>
                  </a:extLst>
                </p:cNvPr>
                <p:cNvSpPr/>
                <p:nvPr/>
              </p:nvSpPr>
              <p:spPr>
                <a:xfrm>
                  <a:off x="5565328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87" name="Rectangle 30">
                  <a:extLst>
                    <a:ext uri="{FF2B5EF4-FFF2-40B4-BE49-F238E27FC236}">
                      <a16:creationId xmlns:a16="http://schemas.microsoft.com/office/drawing/2014/main" id="{55092643-3919-512C-EEF6-D1631F55A0F7}"/>
                    </a:ext>
                  </a:extLst>
                </p:cNvPr>
                <p:cNvSpPr/>
                <p:nvPr/>
              </p:nvSpPr>
              <p:spPr>
                <a:xfrm>
                  <a:off x="5761728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88" name="Rectangle 31">
                  <a:extLst>
                    <a:ext uri="{FF2B5EF4-FFF2-40B4-BE49-F238E27FC236}">
                      <a16:creationId xmlns:a16="http://schemas.microsoft.com/office/drawing/2014/main" id="{18CF9579-BEA3-6110-4EAC-37CDD083F467}"/>
                    </a:ext>
                  </a:extLst>
                </p:cNvPr>
                <p:cNvSpPr/>
                <p:nvPr/>
              </p:nvSpPr>
              <p:spPr>
                <a:xfrm>
                  <a:off x="5897697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89" name="Rectangle 32">
                  <a:extLst>
                    <a:ext uri="{FF2B5EF4-FFF2-40B4-BE49-F238E27FC236}">
                      <a16:creationId xmlns:a16="http://schemas.microsoft.com/office/drawing/2014/main" id="{599D8DAA-A9B5-AC14-C079-234003F4D5A6}"/>
                    </a:ext>
                  </a:extLst>
                </p:cNvPr>
                <p:cNvSpPr/>
                <p:nvPr/>
              </p:nvSpPr>
              <p:spPr>
                <a:xfrm>
                  <a:off x="6094098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90" name="Rectangle 33">
                  <a:extLst>
                    <a:ext uri="{FF2B5EF4-FFF2-40B4-BE49-F238E27FC236}">
                      <a16:creationId xmlns:a16="http://schemas.microsoft.com/office/drawing/2014/main" id="{C8CD4C9D-4A8A-D8B0-A05E-161A6ABE09F3}"/>
                    </a:ext>
                  </a:extLst>
                </p:cNvPr>
                <p:cNvSpPr/>
                <p:nvPr/>
              </p:nvSpPr>
              <p:spPr>
                <a:xfrm>
                  <a:off x="6230067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91" name="Rectangle 34">
                  <a:extLst>
                    <a:ext uri="{FF2B5EF4-FFF2-40B4-BE49-F238E27FC236}">
                      <a16:creationId xmlns:a16="http://schemas.microsoft.com/office/drawing/2014/main" id="{57D737A8-CAC0-BB60-2850-3755CB77B7DD}"/>
                    </a:ext>
                  </a:extLst>
                </p:cNvPr>
                <p:cNvSpPr/>
                <p:nvPr/>
              </p:nvSpPr>
              <p:spPr>
                <a:xfrm>
                  <a:off x="6426467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92" name="Rectangle 35">
                  <a:extLst>
                    <a:ext uri="{FF2B5EF4-FFF2-40B4-BE49-F238E27FC236}">
                      <a16:creationId xmlns:a16="http://schemas.microsoft.com/office/drawing/2014/main" id="{AA8A7CA6-B8BE-9679-2391-1BF795E19C11}"/>
                    </a:ext>
                  </a:extLst>
                </p:cNvPr>
                <p:cNvSpPr/>
                <p:nvPr/>
              </p:nvSpPr>
              <p:spPr>
                <a:xfrm>
                  <a:off x="6562436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93" name="Rectangle 36">
                  <a:extLst>
                    <a:ext uri="{FF2B5EF4-FFF2-40B4-BE49-F238E27FC236}">
                      <a16:creationId xmlns:a16="http://schemas.microsoft.com/office/drawing/2014/main" id="{885F22E5-B5F6-0C36-51D3-3A3DE90B64F8}"/>
                    </a:ext>
                  </a:extLst>
                </p:cNvPr>
                <p:cNvSpPr/>
                <p:nvPr/>
              </p:nvSpPr>
              <p:spPr>
                <a:xfrm>
                  <a:off x="6758836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94" name="Rectangle 37">
                  <a:extLst>
                    <a:ext uri="{FF2B5EF4-FFF2-40B4-BE49-F238E27FC236}">
                      <a16:creationId xmlns:a16="http://schemas.microsoft.com/office/drawing/2014/main" id="{1F08C684-CB59-F53D-9191-B3340B89E2EA}"/>
                    </a:ext>
                  </a:extLst>
                </p:cNvPr>
                <p:cNvSpPr/>
                <p:nvPr/>
              </p:nvSpPr>
              <p:spPr>
                <a:xfrm>
                  <a:off x="6894806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95" name="Rectangle 38">
                  <a:extLst>
                    <a:ext uri="{FF2B5EF4-FFF2-40B4-BE49-F238E27FC236}">
                      <a16:creationId xmlns:a16="http://schemas.microsoft.com/office/drawing/2014/main" id="{B41A8844-5BC0-CEB6-D708-875DB19A7E7B}"/>
                    </a:ext>
                  </a:extLst>
                </p:cNvPr>
                <p:cNvSpPr/>
                <p:nvPr/>
              </p:nvSpPr>
              <p:spPr>
                <a:xfrm>
                  <a:off x="7091206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96" name="Rectangle 39">
                  <a:extLst>
                    <a:ext uri="{FF2B5EF4-FFF2-40B4-BE49-F238E27FC236}">
                      <a16:creationId xmlns:a16="http://schemas.microsoft.com/office/drawing/2014/main" id="{90A35717-8A00-6BA4-6FF0-554BB28A3B71}"/>
                    </a:ext>
                  </a:extLst>
                </p:cNvPr>
                <p:cNvSpPr/>
                <p:nvPr/>
              </p:nvSpPr>
              <p:spPr>
                <a:xfrm>
                  <a:off x="7227175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97" name="Rectangle 88">
                  <a:extLst>
                    <a:ext uri="{FF2B5EF4-FFF2-40B4-BE49-F238E27FC236}">
                      <a16:creationId xmlns:a16="http://schemas.microsoft.com/office/drawing/2014/main" id="{0D7C6776-E002-822C-44AF-B57083FA1497}"/>
                    </a:ext>
                  </a:extLst>
                </p:cNvPr>
                <p:cNvSpPr/>
                <p:nvPr/>
              </p:nvSpPr>
              <p:spPr>
                <a:xfrm>
                  <a:off x="4764619" y="2085888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98" name="Rectangle 89">
                  <a:extLst>
                    <a:ext uri="{FF2B5EF4-FFF2-40B4-BE49-F238E27FC236}">
                      <a16:creationId xmlns:a16="http://schemas.microsoft.com/office/drawing/2014/main" id="{68BE1D9D-F0A8-8CEF-C81B-255E4BF8E42A}"/>
                    </a:ext>
                  </a:extLst>
                </p:cNvPr>
                <p:cNvSpPr/>
                <p:nvPr/>
              </p:nvSpPr>
              <p:spPr>
                <a:xfrm>
                  <a:off x="4900588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99" name="Rectangle 90">
                  <a:extLst>
                    <a:ext uri="{FF2B5EF4-FFF2-40B4-BE49-F238E27FC236}">
                      <a16:creationId xmlns:a16="http://schemas.microsoft.com/office/drawing/2014/main" id="{C05523F6-D397-C7A9-C0F1-24C5FD1531BE}"/>
                    </a:ext>
                  </a:extLst>
                </p:cNvPr>
                <p:cNvSpPr/>
                <p:nvPr/>
              </p:nvSpPr>
              <p:spPr>
                <a:xfrm>
                  <a:off x="5096988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00" name="Rectangle 91">
                  <a:extLst>
                    <a:ext uri="{FF2B5EF4-FFF2-40B4-BE49-F238E27FC236}">
                      <a16:creationId xmlns:a16="http://schemas.microsoft.com/office/drawing/2014/main" id="{EB5C8EA1-8DA5-2810-00CB-6215E52B1BE7}"/>
                    </a:ext>
                  </a:extLst>
                </p:cNvPr>
                <p:cNvSpPr/>
                <p:nvPr/>
              </p:nvSpPr>
              <p:spPr>
                <a:xfrm>
                  <a:off x="5232958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01" name="Rectangle 92">
                  <a:extLst>
                    <a:ext uri="{FF2B5EF4-FFF2-40B4-BE49-F238E27FC236}">
                      <a16:creationId xmlns:a16="http://schemas.microsoft.com/office/drawing/2014/main" id="{80F59543-B7EF-B30F-190C-CA2389F836ED}"/>
                    </a:ext>
                  </a:extLst>
                </p:cNvPr>
                <p:cNvSpPr/>
                <p:nvPr/>
              </p:nvSpPr>
              <p:spPr>
                <a:xfrm>
                  <a:off x="5429358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02" name="Rectangle 93">
                  <a:extLst>
                    <a:ext uri="{FF2B5EF4-FFF2-40B4-BE49-F238E27FC236}">
                      <a16:creationId xmlns:a16="http://schemas.microsoft.com/office/drawing/2014/main" id="{B1909D6E-6A74-AC08-CC63-A18D6052D67A}"/>
                    </a:ext>
                  </a:extLst>
                </p:cNvPr>
                <p:cNvSpPr/>
                <p:nvPr/>
              </p:nvSpPr>
              <p:spPr>
                <a:xfrm>
                  <a:off x="5565328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03" name="Rectangle 94">
                  <a:extLst>
                    <a:ext uri="{FF2B5EF4-FFF2-40B4-BE49-F238E27FC236}">
                      <a16:creationId xmlns:a16="http://schemas.microsoft.com/office/drawing/2014/main" id="{25980442-A58C-F3CA-8F69-850B62BAC122}"/>
                    </a:ext>
                  </a:extLst>
                </p:cNvPr>
                <p:cNvSpPr/>
                <p:nvPr/>
              </p:nvSpPr>
              <p:spPr>
                <a:xfrm>
                  <a:off x="5761728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04" name="Rectangle 95">
                  <a:extLst>
                    <a:ext uri="{FF2B5EF4-FFF2-40B4-BE49-F238E27FC236}">
                      <a16:creationId xmlns:a16="http://schemas.microsoft.com/office/drawing/2014/main" id="{B4A8F432-9941-F0A5-15CB-E9F65EC75FF1}"/>
                    </a:ext>
                  </a:extLst>
                </p:cNvPr>
                <p:cNvSpPr/>
                <p:nvPr/>
              </p:nvSpPr>
              <p:spPr>
                <a:xfrm>
                  <a:off x="5897697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05" name="Rectangle 96">
                  <a:extLst>
                    <a:ext uri="{FF2B5EF4-FFF2-40B4-BE49-F238E27FC236}">
                      <a16:creationId xmlns:a16="http://schemas.microsoft.com/office/drawing/2014/main" id="{7DCAABAB-5CF5-B15C-087F-1FBDE679EC12}"/>
                    </a:ext>
                  </a:extLst>
                </p:cNvPr>
                <p:cNvSpPr/>
                <p:nvPr/>
              </p:nvSpPr>
              <p:spPr>
                <a:xfrm>
                  <a:off x="6094098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06" name="Rectangle 97">
                  <a:extLst>
                    <a:ext uri="{FF2B5EF4-FFF2-40B4-BE49-F238E27FC236}">
                      <a16:creationId xmlns:a16="http://schemas.microsoft.com/office/drawing/2014/main" id="{86860121-BB66-59A0-7408-14A3D766978F}"/>
                    </a:ext>
                  </a:extLst>
                </p:cNvPr>
                <p:cNvSpPr/>
                <p:nvPr/>
              </p:nvSpPr>
              <p:spPr>
                <a:xfrm>
                  <a:off x="6230067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07" name="Rectangle 98">
                  <a:extLst>
                    <a:ext uri="{FF2B5EF4-FFF2-40B4-BE49-F238E27FC236}">
                      <a16:creationId xmlns:a16="http://schemas.microsoft.com/office/drawing/2014/main" id="{6133F906-4BF0-3694-A52B-3B61DF47CDA9}"/>
                    </a:ext>
                  </a:extLst>
                </p:cNvPr>
                <p:cNvSpPr/>
                <p:nvPr/>
              </p:nvSpPr>
              <p:spPr>
                <a:xfrm>
                  <a:off x="6426467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08" name="Rectangle 99">
                  <a:extLst>
                    <a:ext uri="{FF2B5EF4-FFF2-40B4-BE49-F238E27FC236}">
                      <a16:creationId xmlns:a16="http://schemas.microsoft.com/office/drawing/2014/main" id="{4AE52650-B7C9-302F-72D6-A289DF51C2D3}"/>
                    </a:ext>
                  </a:extLst>
                </p:cNvPr>
                <p:cNvSpPr/>
                <p:nvPr/>
              </p:nvSpPr>
              <p:spPr>
                <a:xfrm>
                  <a:off x="6562436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09" name="Rectangle 100">
                  <a:extLst>
                    <a:ext uri="{FF2B5EF4-FFF2-40B4-BE49-F238E27FC236}">
                      <a16:creationId xmlns:a16="http://schemas.microsoft.com/office/drawing/2014/main" id="{AB99D303-2C90-5980-F5CF-DD6CA6FE314B}"/>
                    </a:ext>
                  </a:extLst>
                </p:cNvPr>
                <p:cNvSpPr/>
                <p:nvPr/>
              </p:nvSpPr>
              <p:spPr>
                <a:xfrm>
                  <a:off x="6758836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10" name="Rectangle 101">
                  <a:extLst>
                    <a:ext uri="{FF2B5EF4-FFF2-40B4-BE49-F238E27FC236}">
                      <a16:creationId xmlns:a16="http://schemas.microsoft.com/office/drawing/2014/main" id="{8BFBAD83-39DA-23CA-2ED7-90F832D9FA34}"/>
                    </a:ext>
                  </a:extLst>
                </p:cNvPr>
                <p:cNvSpPr/>
                <p:nvPr/>
              </p:nvSpPr>
              <p:spPr>
                <a:xfrm>
                  <a:off x="6894806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11" name="Rectangle 102">
                  <a:extLst>
                    <a:ext uri="{FF2B5EF4-FFF2-40B4-BE49-F238E27FC236}">
                      <a16:creationId xmlns:a16="http://schemas.microsoft.com/office/drawing/2014/main" id="{72E94B3D-EDDD-5906-E6FC-5ED5AC6AA2ED}"/>
                    </a:ext>
                  </a:extLst>
                </p:cNvPr>
                <p:cNvSpPr/>
                <p:nvPr/>
              </p:nvSpPr>
              <p:spPr>
                <a:xfrm>
                  <a:off x="7091206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12" name="Rectangle 103">
                  <a:extLst>
                    <a:ext uri="{FF2B5EF4-FFF2-40B4-BE49-F238E27FC236}">
                      <a16:creationId xmlns:a16="http://schemas.microsoft.com/office/drawing/2014/main" id="{A3F14288-8FA8-2E2E-8732-925467013C93}"/>
                    </a:ext>
                  </a:extLst>
                </p:cNvPr>
                <p:cNvSpPr/>
                <p:nvPr/>
              </p:nvSpPr>
              <p:spPr>
                <a:xfrm>
                  <a:off x="7227175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13" name="Rectangle 24">
                  <a:extLst>
                    <a:ext uri="{FF2B5EF4-FFF2-40B4-BE49-F238E27FC236}">
                      <a16:creationId xmlns:a16="http://schemas.microsoft.com/office/drawing/2014/main" id="{DFDF41F5-2571-A203-8FB1-616B394C4A6D}"/>
                    </a:ext>
                  </a:extLst>
                </p:cNvPr>
                <p:cNvSpPr/>
                <p:nvPr/>
              </p:nvSpPr>
              <p:spPr>
                <a:xfrm>
                  <a:off x="4765255" y="23361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14" name="Rectangle 25">
                  <a:extLst>
                    <a:ext uri="{FF2B5EF4-FFF2-40B4-BE49-F238E27FC236}">
                      <a16:creationId xmlns:a16="http://schemas.microsoft.com/office/drawing/2014/main" id="{F31CE55F-3FF2-4D9C-3BBE-1577A988BCE2}"/>
                    </a:ext>
                  </a:extLst>
                </p:cNvPr>
                <p:cNvSpPr/>
                <p:nvPr/>
              </p:nvSpPr>
              <p:spPr>
                <a:xfrm>
                  <a:off x="4900588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15" name="Rectangle 26">
                  <a:extLst>
                    <a:ext uri="{FF2B5EF4-FFF2-40B4-BE49-F238E27FC236}">
                      <a16:creationId xmlns:a16="http://schemas.microsoft.com/office/drawing/2014/main" id="{641CB0E3-858A-3D64-660A-98C768C7962C}"/>
                    </a:ext>
                  </a:extLst>
                </p:cNvPr>
                <p:cNvSpPr/>
                <p:nvPr/>
              </p:nvSpPr>
              <p:spPr>
                <a:xfrm>
                  <a:off x="5096988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16" name="Rectangle 27">
                  <a:extLst>
                    <a:ext uri="{FF2B5EF4-FFF2-40B4-BE49-F238E27FC236}">
                      <a16:creationId xmlns:a16="http://schemas.microsoft.com/office/drawing/2014/main" id="{3C3FEE55-9CC8-9BEE-A5FC-9606E32F4C9F}"/>
                    </a:ext>
                  </a:extLst>
                </p:cNvPr>
                <p:cNvSpPr/>
                <p:nvPr/>
              </p:nvSpPr>
              <p:spPr>
                <a:xfrm>
                  <a:off x="5232958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17" name="Rectangle 28">
                  <a:extLst>
                    <a:ext uri="{FF2B5EF4-FFF2-40B4-BE49-F238E27FC236}">
                      <a16:creationId xmlns:a16="http://schemas.microsoft.com/office/drawing/2014/main" id="{53396182-1F1D-8F79-0774-C94D44A671FE}"/>
                    </a:ext>
                  </a:extLst>
                </p:cNvPr>
                <p:cNvSpPr/>
                <p:nvPr/>
              </p:nvSpPr>
              <p:spPr>
                <a:xfrm>
                  <a:off x="5429358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18" name="Rectangle 29">
                  <a:extLst>
                    <a:ext uri="{FF2B5EF4-FFF2-40B4-BE49-F238E27FC236}">
                      <a16:creationId xmlns:a16="http://schemas.microsoft.com/office/drawing/2014/main" id="{1D882B26-E969-04FF-89DE-1D2B0B15BDC7}"/>
                    </a:ext>
                  </a:extLst>
                </p:cNvPr>
                <p:cNvSpPr/>
                <p:nvPr/>
              </p:nvSpPr>
              <p:spPr>
                <a:xfrm>
                  <a:off x="5565328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19" name="Rectangle 30">
                  <a:extLst>
                    <a:ext uri="{FF2B5EF4-FFF2-40B4-BE49-F238E27FC236}">
                      <a16:creationId xmlns:a16="http://schemas.microsoft.com/office/drawing/2014/main" id="{AF8528CF-17EE-8951-9E53-17965D5E1CF4}"/>
                    </a:ext>
                  </a:extLst>
                </p:cNvPr>
                <p:cNvSpPr/>
                <p:nvPr/>
              </p:nvSpPr>
              <p:spPr>
                <a:xfrm>
                  <a:off x="5761728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20" name="Rectangle 31">
                  <a:extLst>
                    <a:ext uri="{FF2B5EF4-FFF2-40B4-BE49-F238E27FC236}">
                      <a16:creationId xmlns:a16="http://schemas.microsoft.com/office/drawing/2014/main" id="{669775B0-42F2-F9D6-5CDE-C0BA34CDE89E}"/>
                    </a:ext>
                  </a:extLst>
                </p:cNvPr>
                <p:cNvSpPr/>
                <p:nvPr/>
              </p:nvSpPr>
              <p:spPr>
                <a:xfrm>
                  <a:off x="5897697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21" name="Rectangle 32">
                  <a:extLst>
                    <a:ext uri="{FF2B5EF4-FFF2-40B4-BE49-F238E27FC236}">
                      <a16:creationId xmlns:a16="http://schemas.microsoft.com/office/drawing/2014/main" id="{44803730-5894-943E-0F12-3EBC03BA22B2}"/>
                    </a:ext>
                  </a:extLst>
                </p:cNvPr>
                <p:cNvSpPr/>
                <p:nvPr/>
              </p:nvSpPr>
              <p:spPr>
                <a:xfrm>
                  <a:off x="6094098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22" name="Rectangle 33">
                  <a:extLst>
                    <a:ext uri="{FF2B5EF4-FFF2-40B4-BE49-F238E27FC236}">
                      <a16:creationId xmlns:a16="http://schemas.microsoft.com/office/drawing/2014/main" id="{27170611-F46B-F6E3-CA8A-181FAB455546}"/>
                    </a:ext>
                  </a:extLst>
                </p:cNvPr>
                <p:cNvSpPr/>
                <p:nvPr/>
              </p:nvSpPr>
              <p:spPr>
                <a:xfrm>
                  <a:off x="6230067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23" name="Rectangle 34">
                  <a:extLst>
                    <a:ext uri="{FF2B5EF4-FFF2-40B4-BE49-F238E27FC236}">
                      <a16:creationId xmlns:a16="http://schemas.microsoft.com/office/drawing/2014/main" id="{D18D4F3C-81CF-E93E-ACED-8BB1D47BF837}"/>
                    </a:ext>
                  </a:extLst>
                </p:cNvPr>
                <p:cNvSpPr/>
                <p:nvPr/>
              </p:nvSpPr>
              <p:spPr>
                <a:xfrm>
                  <a:off x="6426467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24" name="Rectangle 35">
                  <a:extLst>
                    <a:ext uri="{FF2B5EF4-FFF2-40B4-BE49-F238E27FC236}">
                      <a16:creationId xmlns:a16="http://schemas.microsoft.com/office/drawing/2014/main" id="{BF0EFE98-E2AE-E34A-4931-DEEB4F0E1B7A}"/>
                    </a:ext>
                  </a:extLst>
                </p:cNvPr>
                <p:cNvSpPr/>
                <p:nvPr/>
              </p:nvSpPr>
              <p:spPr>
                <a:xfrm>
                  <a:off x="6562436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25" name="Rectangle 36">
                  <a:extLst>
                    <a:ext uri="{FF2B5EF4-FFF2-40B4-BE49-F238E27FC236}">
                      <a16:creationId xmlns:a16="http://schemas.microsoft.com/office/drawing/2014/main" id="{9F322F49-7802-D959-551A-BC5DF836AECE}"/>
                    </a:ext>
                  </a:extLst>
                </p:cNvPr>
                <p:cNvSpPr/>
                <p:nvPr/>
              </p:nvSpPr>
              <p:spPr>
                <a:xfrm>
                  <a:off x="6758836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26" name="Rectangle 37">
                  <a:extLst>
                    <a:ext uri="{FF2B5EF4-FFF2-40B4-BE49-F238E27FC236}">
                      <a16:creationId xmlns:a16="http://schemas.microsoft.com/office/drawing/2014/main" id="{53FF3F7E-524B-A5FB-D3C5-9AB84444CFF9}"/>
                    </a:ext>
                  </a:extLst>
                </p:cNvPr>
                <p:cNvSpPr/>
                <p:nvPr/>
              </p:nvSpPr>
              <p:spPr>
                <a:xfrm>
                  <a:off x="6894806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27" name="Rectangle 38">
                  <a:extLst>
                    <a:ext uri="{FF2B5EF4-FFF2-40B4-BE49-F238E27FC236}">
                      <a16:creationId xmlns:a16="http://schemas.microsoft.com/office/drawing/2014/main" id="{7CDE184C-37E9-85CD-C57F-9A53B75A4C20}"/>
                    </a:ext>
                  </a:extLst>
                </p:cNvPr>
                <p:cNvSpPr/>
                <p:nvPr/>
              </p:nvSpPr>
              <p:spPr>
                <a:xfrm>
                  <a:off x="7091206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28" name="Rectangle 39">
                  <a:extLst>
                    <a:ext uri="{FF2B5EF4-FFF2-40B4-BE49-F238E27FC236}">
                      <a16:creationId xmlns:a16="http://schemas.microsoft.com/office/drawing/2014/main" id="{7139B42B-4F6E-6703-A7BC-D7495A779DFE}"/>
                    </a:ext>
                  </a:extLst>
                </p:cNvPr>
                <p:cNvSpPr/>
                <p:nvPr/>
              </p:nvSpPr>
              <p:spPr>
                <a:xfrm>
                  <a:off x="7227175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29" name="Rectangle 88">
                  <a:extLst>
                    <a:ext uri="{FF2B5EF4-FFF2-40B4-BE49-F238E27FC236}">
                      <a16:creationId xmlns:a16="http://schemas.microsoft.com/office/drawing/2014/main" id="{79E3D52C-1121-792F-B55F-2AF2D4EDDE1B}"/>
                    </a:ext>
                  </a:extLst>
                </p:cNvPr>
                <p:cNvSpPr/>
                <p:nvPr/>
              </p:nvSpPr>
              <p:spPr>
                <a:xfrm>
                  <a:off x="4764619" y="2565304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30" name="Rectangle 89">
                  <a:extLst>
                    <a:ext uri="{FF2B5EF4-FFF2-40B4-BE49-F238E27FC236}">
                      <a16:creationId xmlns:a16="http://schemas.microsoft.com/office/drawing/2014/main" id="{64CFE6E2-782C-7A8A-C4C9-6822356EA3C9}"/>
                    </a:ext>
                  </a:extLst>
                </p:cNvPr>
                <p:cNvSpPr/>
                <p:nvPr/>
              </p:nvSpPr>
              <p:spPr>
                <a:xfrm>
                  <a:off x="4900588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31" name="Rectangle 90">
                  <a:extLst>
                    <a:ext uri="{FF2B5EF4-FFF2-40B4-BE49-F238E27FC236}">
                      <a16:creationId xmlns:a16="http://schemas.microsoft.com/office/drawing/2014/main" id="{C47E2EE7-6FBD-83B8-A3F6-8B3CA917B143}"/>
                    </a:ext>
                  </a:extLst>
                </p:cNvPr>
                <p:cNvSpPr/>
                <p:nvPr/>
              </p:nvSpPr>
              <p:spPr>
                <a:xfrm>
                  <a:off x="5096988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32" name="Rectangle 91">
                  <a:extLst>
                    <a:ext uri="{FF2B5EF4-FFF2-40B4-BE49-F238E27FC236}">
                      <a16:creationId xmlns:a16="http://schemas.microsoft.com/office/drawing/2014/main" id="{3ABDAA33-B10F-57E8-59FD-52F2FEE7D07B}"/>
                    </a:ext>
                  </a:extLst>
                </p:cNvPr>
                <p:cNvSpPr/>
                <p:nvPr/>
              </p:nvSpPr>
              <p:spPr>
                <a:xfrm>
                  <a:off x="5232958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33" name="Rectangle 92">
                  <a:extLst>
                    <a:ext uri="{FF2B5EF4-FFF2-40B4-BE49-F238E27FC236}">
                      <a16:creationId xmlns:a16="http://schemas.microsoft.com/office/drawing/2014/main" id="{565CED08-51FD-2389-4BEC-07F25990860B}"/>
                    </a:ext>
                  </a:extLst>
                </p:cNvPr>
                <p:cNvSpPr/>
                <p:nvPr/>
              </p:nvSpPr>
              <p:spPr>
                <a:xfrm>
                  <a:off x="5429358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34" name="Rectangle 93">
                  <a:extLst>
                    <a:ext uri="{FF2B5EF4-FFF2-40B4-BE49-F238E27FC236}">
                      <a16:creationId xmlns:a16="http://schemas.microsoft.com/office/drawing/2014/main" id="{263C3F2A-1B78-FDA0-01C0-BAA3102715B6}"/>
                    </a:ext>
                  </a:extLst>
                </p:cNvPr>
                <p:cNvSpPr/>
                <p:nvPr/>
              </p:nvSpPr>
              <p:spPr>
                <a:xfrm>
                  <a:off x="5565328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35" name="Rectangle 94">
                  <a:extLst>
                    <a:ext uri="{FF2B5EF4-FFF2-40B4-BE49-F238E27FC236}">
                      <a16:creationId xmlns:a16="http://schemas.microsoft.com/office/drawing/2014/main" id="{21EC381A-4A7A-81FA-0FEA-EEB5F77EEBC9}"/>
                    </a:ext>
                  </a:extLst>
                </p:cNvPr>
                <p:cNvSpPr/>
                <p:nvPr/>
              </p:nvSpPr>
              <p:spPr>
                <a:xfrm>
                  <a:off x="5761728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36" name="Rectangle 95">
                  <a:extLst>
                    <a:ext uri="{FF2B5EF4-FFF2-40B4-BE49-F238E27FC236}">
                      <a16:creationId xmlns:a16="http://schemas.microsoft.com/office/drawing/2014/main" id="{56C66F7E-D31A-A414-AEA1-47ED32DEDC8C}"/>
                    </a:ext>
                  </a:extLst>
                </p:cNvPr>
                <p:cNvSpPr/>
                <p:nvPr/>
              </p:nvSpPr>
              <p:spPr>
                <a:xfrm>
                  <a:off x="5897697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37" name="Rectangle 96">
                  <a:extLst>
                    <a:ext uri="{FF2B5EF4-FFF2-40B4-BE49-F238E27FC236}">
                      <a16:creationId xmlns:a16="http://schemas.microsoft.com/office/drawing/2014/main" id="{788131C5-5319-040A-9961-54B23374AFC3}"/>
                    </a:ext>
                  </a:extLst>
                </p:cNvPr>
                <p:cNvSpPr/>
                <p:nvPr/>
              </p:nvSpPr>
              <p:spPr>
                <a:xfrm>
                  <a:off x="6094098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38" name="Rectangle 97">
                  <a:extLst>
                    <a:ext uri="{FF2B5EF4-FFF2-40B4-BE49-F238E27FC236}">
                      <a16:creationId xmlns:a16="http://schemas.microsoft.com/office/drawing/2014/main" id="{58135490-8059-C1C7-2050-FE05DD107271}"/>
                    </a:ext>
                  </a:extLst>
                </p:cNvPr>
                <p:cNvSpPr/>
                <p:nvPr/>
              </p:nvSpPr>
              <p:spPr>
                <a:xfrm>
                  <a:off x="6230067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39" name="Rectangle 98">
                  <a:extLst>
                    <a:ext uri="{FF2B5EF4-FFF2-40B4-BE49-F238E27FC236}">
                      <a16:creationId xmlns:a16="http://schemas.microsoft.com/office/drawing/2014/main" id="{7CA479AA-2A70-77FB-7854-91A8E8E2138E}"/>
                    </a:ext>
                  </a:extLst>
                </p:cNvPr>
                <p:cNvSpPr/>
                <p:nvPr/>
              </p:nvSpPr>
              <p:spPr>
                <a:xfrm>
                  <a:off x="6426467" y="2576057"/>
                  <a:ext cx="226616" cy="145321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40" name="Rectangle 99">
                  <a:extLst>
                    <a:ext uri="{FF2B5EF4-FFF2-40B4-BE49-F238E27FC236}">
                      <a16:creationId xmlns:a16="http://schemas.microsoft.com/office/drawing/2014/main" id="{50683DFD-6DC6-331B-2282-AD6B4F49C70A}"/>
                    </a:ext>
                  </a:extLst>
                </p:cNvPr>
                <p:cNvSpPr/>
                <p:nvPr/>
              </p:nvSpPr>
              <p:spPr>
                <a:xfrm>
                  <a:off x="6562436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41" name="Rectangle 100">
                  <a:extLst>
                    <a:ext uri="{FF2B5EF4-FFF2-40B4-BE49-F238E27FC236}">
                      <a16:creationId xmlns:a16="http://schemas.microsoft.com/office/drawing/2014/main" id="{CE60DE44-164C-0BE4-AAA0-E69093F0F6B1}"/>
                    </a:ext>
                  </a:extLst>
                </p:cNvPr>
                <p:cNvSpPr/>
                <p:nvPr/>
              </p:nvSpPr>
              <p:spPr>
                <a:xfrm>
                  <a:off x="6758836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42" name="Rectangle 101">
                  <a:extLst>
                    <a:ext uri="{FF2B5EF4-FFF2-40B4-BE49-F238E27FC236}">
                      <a16:creationId xmlns:a16="http://schemas.microsoft.com/office/drawing/2014/main" id="{3B06160C-6150-6FC2-A3E2-EE94B73A5058}"/>
                    </a:ext>
                  </a:extLst>
                </p:cNvPr>
                <p:cNvSpPr/>
                <p:nvPr/>
              </p:nvSpPr>
              <p:spPr>
                <a:xfrm>
                  <a:off x="6894806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43" name="Rectangle 102">
                  <a:extLst>
                    <a:ext uri="{FF2B5EF4-FFF2-40B4-BE49-F238E27FC236}">
                      <a16:creationId xmlns:a16="http://schemas.microsoft.com/office/drawing/2014/main" id="{9DF969C4-AD01-26FC-2C26-8C3D2D6091D9}"/>
                    </a:ext>
                  </a:extLst>
                </p:cNvPr>
                <p:cNvSpPr/>
                <p:nvPr/>
              </p:nvSpPr>
              <p:spPr>
                <a:xfrm>
                  <a:off x="7091206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44" name="Rectangle 103">
                  <a:extLst>
                    <a:ext uri="{FF2B5EF4-FFF2-40B4-BE49-F238E27FC236}">
                      <a16:creationId xmlns:a16="http://schemas.microsoft.com/office/drawing/2014/main" id="{28871166-DC04-59DE-FB84-2AA95DE69758}"/>
                    </a:ext>
                  </a:extLst>
                </p:cNvPr>
                <p:cNvSpPr/>
                <p:nvPr/>
              </p:nvSpPr>
              <p:spPr>
                <a:xfrm>
                  <a:off x="7227175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45" name="Rectangle 24">
                  <a:extLst>
                    <a:ext uri="{FF2B5EF4-FFF2-40B4-BE49-F238E27FC236}">
                      <a16:creationId xmlns:a16="http://schemas.microsoft.com/office/drawing/2014/main" id="{D9D730AC-DB7C-4841-0DD4-5C4429BD2B0F}"/>
                    </a:ext>
                  </a:extLst>
                </p:cNvPr>
                <p:cNvSpPr/>
                <p:nvPr/>
              </p:nvSpPr>
              <p:spPr>
                <a:xfrm>
                  <a:off x="4765255" y="280951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46" name="Rectangle 25">
                  <a:extLst>
                    <a:ext uri="{FF2B5EF4-FFF2-40B4-BE49-F238E27FC236}">
                      <a16:creationId xmlns:a16="http://schemas.microsoft.com/office/drawing/2014/main" id="{E810AF81-1C18-F9EB-8354-03321A1ED806}"/>
                    </a:ext>
                  </a:extLst>
                </p:cNvPr>
                <p:cNvSpPr/>
                <p:nvPr/>
              </p:nvSpPr>
              <p:spPr>
                <a:xfrm>
                  <a:off x="4900588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47" name="Rectangle 26">
                  <a:extLst>
                    <a:ext uri="{FF2B5EF4-FFF2-40B4-BE49-F238E27FC236}">
                      <a16:creationId xmlns:a16="http://schemas.microsoft.com/office/drawing/2014/main" id="{2217B693-9CF6-5128-98E5-D89902BF81D0}"/>
                    </a:ext>
                  </a:extLst>
                </p:cNvPr>
                <p:cNvSpPr/>
                <p:nvPr/>
              </p:nvSpPr>
              <p:spPr>
                <a:xfrm>
                  <a:off x="5096988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48" name="Rectangle 27">
                  <a:extLst>
                    <a:ext uri="{FF2B5EF4-FFF2-40B4-BE49-F238E27FC236}">
                      <a16:creationId xmlns:a16="http://schemas.microsoft.com/office/drawing/2014/main" id="{090FD2A3-287B-C07A-53DC-7B5767B483A3}"/>
                    </a:ext>
                  </a:extLst>
                </p:cNvPr>
                <p:cNvSpPr/>
                <p:nvPr/>
              </p:nvSpPr>
              <p:spPr>
                <a:xfrm>
                  <a:off x="5232958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49" name="Rectangle 28">
                  <a:extLst>
                    <a:ext uri="{FF2B5EF4-FFF2-40B4-BE49-F238E27FC236}">
                      <a16:creationId xmlns:a16="http://schemas.microsoft.com/office/drawing/2014/main" id="{216433FA-DDA0-746B-4DF7-1A2C83ABA94E}"/>
                    </a:ext>
                  </a:extLst>
                </p:cNvPr>
                <p:cNvSpPr/>
                <p:nvPr/>
              </p:nvSpPr>
              <p:spPr>
                <a:xfrm>
                  <a:off x="5429358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50" name="Rectangle 29">
                  <a:extLst>
                    <a:ext uri="{FF2B5EF4-FFF2-40B4-BE49-F238E27FC236}">
                      <a16:creationId xmlns:a16="http://schemas.microsoft.com/office/drawing/2014/main" id="{5D153EBD-36D7-D52A-53DC-4B4A944BFFB1}"/>
                    </a:ext>
                  </a:extLst>
                </p:cNvPr>
                <p:cNvSpPr/>
                <p:nvPr/>
              </p:nvSpPr>
              <p:spPr>
                <a:xfrm>
                  <a:off x="5565328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51" name="Rectangle 30">
                  <a:extLst>
                    <a:ext uri="{FF2B5EF4-FFF2-40B4-BE49-F238E27FC236}">
                      <a16:creationId xmlns:a16="http://schemas.microsoft.com/office/drawing/2014/main" id="{7053EA06-A60F-A7B7-11FF-E82DA54329DE}"/>
                    </a:ext>
                  </a:extLst>
                </p:cNvPr>
                <p:cNvSpPr/>
                <p:nvPr/>
              </p:nvSpPr>
              <p:spPr>
                <a:xfrm>
                  <a:off x="5761728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52" name="Rectangle 31">
                  <a:extLst>
                    <a:ext uri="{FF2B5EF4-FFF2-40B4-BE49-F238E27FC236}">
                      <a16:creationId xmlns:a16="http://schemas.microsoft.com/office/drawing/2014/main" id="{EAC3DC42-FDBE-C31F-EDEF-419FA7A40437}"/>
                    </a:ext>
                  </a:extLst>
                </p:cNvPr>
                <p:cNvSpPr/>
                <p:nvPr/>
              </p:nvSpPr>
              <p:spPr>
                <a:xfrm>
                  <a:off x="5897697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53" name="Rectangle 32">
                  <a:extLst>
                    <a:ext uri="{FF2B5EF4-FFF2-40B4-BE49-F238E27FC236}">
                      <a16:creationId xmlns:a16="http://schemas.microsoft.com/office/drawing/2014/main" id="{5E7367E4-4E8D-E22F-A064-8C132CB9D3A7}"/>
                    </a:ext>
                  </a:extLst>
                </p:cNvPr>
                <p:cNvSpPr/>
                <p:nvPr/>
              </p:nvSpPr>
              <p:spPr>
                <a:xfrm>
                  <a:off x="6094098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54" name="Rectangle 33">
                  <a:extLst>
                    <a:ext uri="{FF2B5EF4-FFF2-40B4-BE49-F238E27FC236}">
                      <a16:creationId xmlns:a16="http://schemas.microsoft.com/office/drawing/2014/main" id="{EF85A718-DCE4-27E6-019D-1D0583C59FDE}"/>
                    </a:ext>
                  </a:extLst>
                </p:cNvPr>
                <p:cNvSpPr/>
                <p:nvPr/>
              </p:nvSpPr>
              <p:spPr>
                <a:xfrm>
                  <a:off x="6230067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55" name="Rectangle 34">
                  <a:extLst>
                    <a:ext uri="{FF2B5EF4-FFF2-40B4-BE49-F238E27FC236}">
                      <a16:creationId xmlns:a16="http://schemas.microsoft.com/office/drawing/2014/main" id="{0DE1C12F-2300-7DD7-CEC0-C969894FFF02}"/>
                    </a:ext>
                  </a:extLst>
                </p:cNvPr>
                <p:cNvSpPr/>
                <p:nvPr/>
              </p:nvSpPr>
              <p:spPr>
                <a:xfrm>
                  <a:off x="6426467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56" name="Rectangle 35">
                  <a:extLst>
                    <a:ext uri="{FF2B5EF4-FFF2-40B4-BE49-F238E27FC236}">
                      <a16:creationId xmlns:a16="http://schemas.microsoft.com/office/drawing/2014/main" id="{D7F10369-1096-9B97-25F2-25A09F0A0E74}"/>
                    </a:ext>
                  </a:extLst>
                </p:cNvPr>
                <p:cNvSpPr/>
                <p:nvPr/>
              </p:nvSpPr>
              <p:spPr>
                <a:xfrm>
                  <a:off x="6562436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57" name="Rectangle 36">
                  <a:extLst>
                    <a:ext uri="{FF2B5EF4-FFF2-40B4-BE49-F238E27FC236}">
                      <a16:creationId xmlns:a16="http://schemas.microsoft.com/office/drawing/2014/main" id="{668CB518-B25C-85C2-36EA-3FFF5D29D926}"/>
                    </a:ext>
                  </a:extLst>
                </p:cNvPr>
                <p:cNvSpPr/>
                <p:nvPr/>
              </p:nvSpPr>
              <p:spPr>
                <a:xfrm>
                  <a:off x="6758836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58" name="Rectangle 37">
                  <a:extLst>
                    <a:ext uri="{FF2B5EF4-FFF2-40B4-BE49-F238E27FC236}">
                      <a16:creationId xmlns:a16="http://schemas.microsoft.com/office/drawing/2014/main" id="{C89F9950-B362-1D4B-4D41-BB16283FE84C}"/>
                    </a:ext>
                  </a:extLst>
                </p:cNvPr>
                <p:cNvSpPr/>
                <p:nvPr/>
              </p:nvSpPr>
              <p:spPr>
                <a:xfrm>
                  <a:off x="6894806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59" name="Rectangle 38">
                  <a:extLst>
                    <a:ext uri="{FF2B5EF4-FFF2-40B4-BE49-F238E27FC236}">
                      <a16:creationId xmlns:a16="http://schemas.microsoft.com/office/drawing/2014/main" id="{67043E2D-6ACF-B1D9-A80F-3A8C836BC90A}"/>
                    </a:ext>
                  </a:extLst>
                </p:cNvPr>
                <p:cNvSpPr/>
                <p:nvPr/>
              </p:nvSpPr>
              <p:spPr>
                <a:xfrm>
                  <a:off x="7091206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60" name="Rectangle 39">
                  <a:extLst>
                    <a:ext uri="{FF2B5EF4-FFF2-40B4-BE49-F238E27FC236}">
                      <a16:creationId xmlns:a16="http://schemas.microsoft.com/office/drawing/2014/main" id="{4937EC7E-D7E1-B424-3931-058F2F7ED5E2}"/>
                    </a:ext>
                  </a:extLst>
                </p:cNvPr>
                <p:cNvSpPr/>
                <p:nvPr/>
              </p:nvSpPr>
              <p:spPr>
                <a:xfrm>
                  <a:off x="7227175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61" name="Rectangle 88">
                  <a:extLst>
                    <a:ext uri="{FF2B5EF4-FFF2-40B4-BE49-F238E27FC236}">
                      <a16:creationId xmlns:a16="http://schemas.microsoft.com/office/drawing/2014/main" id="{94CE8745-27B7-ECF6-9AC9-EC615FD79CCA}"/>
                    </a:ext>
                  </a:extLst>
                </p:cNvPr>
                <p:cNvSpPr/>
                <p:nvPr/>
              </p:nvSpPr>
              <p:spPr>
                <a:xfrm>
                  <a:off x="4764619" y="3038680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62" name="Rectangle 89">
                  <a:extLst>
                    <a:ext uri="{FF2B5EF4-FFF2-40B4-BE49-F238E27FC236}">
                      <a16:creationId xmlns:a16="http://schemas.microsoft.com/office/drawing/2014/main" id="{8F629D73-4A13-5E3B-F750-9BBDE10553D8}"/>
                    </a:ext>
                  </a:extLst>
                </p:cNvPr>
                <p:cNvSpPr/>
                <p:nvPr/>
              </p:nvSpPr>
              <p:spPr>
                <a:xfrm>
                  <a:off x="4900588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63" name="Rectangle 90">
                  <a:extLst>
                    <a:ext uri="{FF2B5EF4-FFF2-40B4-BE49-F238E27FC236}">
                      <a16:creationId xmlns:a16="http://schemas.microsoft.com/office/drawing/2014/main" id="{FF402902-DC5B-7D32-1AB8-7676A19D59BC}"/>
                    </a:ext>
                  </a:extLst>
                </p:cNvPr>
                <p:cNvSpPr/>
                <p:nvPr/>
              </p:nvSpPr>
              <p:spPr>
                <a:xfrm>
                  <a:off x="5096988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64" name="Rectangle 91">
                  <a:extLst>
                    <a:ext uri="{FF2B5EF4-FFF2-40B4-BE49-F238E27FC236}">
                      <a16:creationId xmlns:a16="http://schemas.microsoft.com/office/drawing/2014/main" id="{3BC6F541-2E2B-3114-A23D-5F9739623CC0}"/>
                    </a:ext>
                  </a:extLst>
                </p:cNvPr>
                <p:cNvSpPr/>
                <p:nvPr/>
              </p:nvSpPr>
              <p:spPr>
                <a:xfrm>
                  <a:off x="5232958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65" name="Rectangle 92">
                  <a:extLst>
                    <a:ext uri="{FF2B5EF4-FFF2-40B4-BE49-F238E27FC236}">
                      <a16:creationId xmlns:a16="http://schemas.microsoft.com/office/drawing/2014/main" id="{C58F3C1C-8C1E-97FE-F486-D3F186D1FED7}"/>
                    </a:ext>
                  </a:extLst>
                </p:cNvPr>
                <p:cNvSpPr/>
                <p:nvPr/>
              </p:nvSpPr>
              <p:spPr>
                <a:xfrm>
                  <a:off x="5429358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66" name="Rectangle 93">
                  <a:extLst>
                    <a:ext uri="{FF2B5EF4-FFF2-40B4-BE49-F238E27FC236}">
                      <a16:creationId xmlns:a16="http://schemas.microsoft.com/office/drawing/2014/main" id="{86E8FA02-E300-24E9-B0AB-B03ED0911263}"/>
                    </a:ext>
                  </a:extLst>
                </p:cNvPr>
                <p:cNvSpPr/>
                <p:nvPr/>
              </p:nvSpPr>
              <p:spPr>
                <a:xfrm>
                  <a:off x="5565328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67" name="Rectangle 94">
                  <a:extLst>
                    <a:ext uri="{FF2B5EF4-FFF2-40B4-BE49-F238E27FC236}">
                      <a16:creationId xmlns:a16="http://schemas.microsoft.com/office/drawing/2014/main" id="{BD5B8EC3-CDA6-8A8F-4B5A-686D60E024C7}"/>
                    </a:ext>
                  </a:extLst>
                </p:cNvPr>
                <p:cNvSpPr/>
                <p:nvPr/>
              </p:nvSpPr>
              <p:spPr>
                <a:xfrm>
                  <a:off x="5761728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68" name="Rectangle 95">
                  <a:extLst>
                    <a:ext uri="{FF2B5EF4-FFF2-40B4-BE49-F238E27FC236}">
                      <a16:creationId xmlns:a16="http://schemas.microsoft.com/office/drawing/2014/main" id="{A93A1405-7FE6-13B9-6A08-5FF29084E871}"/>
                    </a:ext>
                  </a:extLst>
                </p:cNvPr>
                <p:cNvSpPr/>
                <p:nvPr/>
              </p:nvSpPr>
              <p:spPr>
                <a:xfrm>
                  <a:off x="5897697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69" name="Rectangle 96">
                  <a:extLst>
                    <a:ext uri="{FF2B5EF4-FFF2-40B4-BE49-F238E27FC236}">
                      <a16:creationId xmlns:a16="http://schemas.microsoft.com/office/drawing/2014/main" id="{34D2FBC5-DCCE-6084-02B6-71446C49CEEF}"/>
                    </a:ext>
                  </a:extLst>
                </p:cNvPr>
                <p:cNvSpPr/>
                <p:nvPr/>
              </p:nvSpPr>
              <p:spPr>
                <a:xfrm>
                  <a:off x="6094098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70" name="Rectangle 97">
                  <a:extLst>
                    <a:ext uri="{FF2B5EF4-FFF2-40B4-BE49-F238E27FC236}">
                      <a16:creationId xmlns:a16="http://schemas.microsoft.com/office/drawing/2014/main" id="{7E9425D8-454F-77F1-7115-995DD96F54F3}"/>
                    </a:ext>
                  </a:extLst>
                </p:cNvPr>
                <p:cNvSpPr/>
                <p:nvPr/>
              </p:nvSpPr>
              <p:spPr>
                <a:xfrm>
                  <a:off x="6230067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71" name="Rectangle 98">
                  <a:extLst>
                    <a:ext uri="{FF2B5EF4-FFF2-40B4-BE49-F238E27FC236}">
                      <a16:creationId xmlns:a16="http://schemas.microsoft.com/office/drawing/2014/main" id="{D3E27732-5D60-3810-A1A9-E18CE5E0A919}"/>
                    </a:ext>
                  </a:extLst>
                </p:cNvPr>
                <p:cNvSpPr/>
                <p:nvPr/>
              </p:nvSpPr>
              <p:spPr>
                <a:xfrm>
                  <a:off x="6426466" y="3049432"/>
                  <a:ext cx="226616" cy="145323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72" name="Rectangle 99">
                  <a:extLst>
                    <a:ext uri="{FF2B5EF4-FFF2-40B4-BE49-F238E27FC236}">
                      <a16:creationId xmlns:a16="http://schemas.microsoft.com/office/drawing/2014/main" id="{361759AF-0394-54BE-CAEC-2A850C7E8450}"/>
                    </a:ext>
                  </a:extLst>
                </p:cNvPr>
                <p:cNvSpPr/>
                <p:nvPr/>
              </p:nvSpPr>
              <p:spPr>
                <a:xfrm>
                  <a:off x="6562436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73" name="Rectangle 100">
                  <a:extLst>
                    <a:ext uri="{FF2B5EF4-FFF2-40B4-BE49-F238E27FC236}">
                      <a16:creationId xmlns:a16="http://schemas.microsoft.com/office/drawing/2014/main" id="{5C26F9A5-02DC-5EBE-BB2A-34D96B25B209}"/>
                    </a:ext>
                  </a:extLst>
                </p:cNvPr>
                <p:cNvSpPr/>
                <p:nvPr/>
              </p:nvSpPr>
              <p:spPr>
                <a:xfrm>
                  <a:off x="6758836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74" name="Rectangle 101">
                  <a:extLst>
                    <a:ext uri="{FF2B5EF4-FFF2-40B4-BE49-F238E27FC236}">
                      <a16:creationId xmlns:a16="http://schemas.microsoft.com/office/drawing/2014/main" id="{767426CB-A2BB-405D-AC73-560D75468C8B}"/>
                    </a:ext>
                  </a:extLst>
                </p:cNvPr>
                <p:cNvSpPr/>
                <p:nvPr/>
              </p:nvSpPr>
              <p:spPr>
                <a:xfrm>
                  <a:off x="6894806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75" name="Rectangle 102">
                  <a:extLst>
                    <a:ext uri="{FF2B5EF4-FFF2-40B4-BE49-F238E27FC236}">
                      <a16:creationId xmlns:a16="http://schemas.microsoft.com/office/drawing/2014/main" id="{40A16876-76C8-BE27-37E9-F17BC8AEB323}"/>
                    </a:ext>
                  </a:extLst>
                </p:cNvPr>
                <p:cNvSpPr/>
                <p:nvPr/>
              </p:nvSpPr>
              <p:spPr>
                <a:xfrm>
                  <a:off x="7091206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76" name="Rectangle 103">
                  <a:extLst>
                    <a:ext uri="{FF2B5EF4-FFF2-40B4-BE49-F238E27FC236}">
                      <a16:creationId xmlns:a16="http://schemas.microsoft.com/office/drawing/2014/main" id="{B7AB14F1-5051-1B26-EDC7-0EA42B958D9A}"/>
                    </a:ext>
                  </a:extLst>
                </p:cNvPr>
                <p:cNvSpPr/>
                <p:nvPr/>
              </p:nvSpPr>
              <p:spPr>
                <a:xfrm>
                  <a:off x="7227175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77" name="Rectangle 24">
                  <a:extLst>
                    <a:ext uri="{FF2B5EF4-FFF2-40B4-BE49-F238E27FC236}">
                      <a16:creationId xmlns:a16="http://schemas.microsoft.com/office/drawing/2014/main" id="{BD3537E3-8CFA-7750-5555-A648EC1FE2F0}"/>
                    </a:ext>
                  </a:extLst>
                </p:cNvPr>
                <p:cNvSpPr/>
                <p:nvPr/>
              </p:nvSpPr>
              <p:spPr>
                <a:xfrm>
                  <a:off x="4765255" y="32889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78" name="Rectangle 25">
                  <a:extLst>
                    <a:ext uri="{FF2B5EF4-FFF2-40B4-BE49-F238E27FC236}">
                      <a16:creationId xmlns:a16="http://schemas.microsoft.com/office/drawing/2014/main" id="{86031504-1E24-656E-6BFA-F06F5FFCFAC0}"/>
                    </a:ext>
                  </a:extLst>
                </p:cNvPr>
                <p:cNvSpPr/>
                <p:nvPr/>
              </p:nvSpPr>
              <p:spPr>
                <a:xfrm>
                  <a:off x="4900588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79" name="Rectangle 26">
                  <a:extLst>
                    <a:ext uri="{FF2B5EF4-FFF2-40B4-BE49-F238E27FC236}">
                      <a16:creationId xmlns:a16="http://schemas.microsoft.com/office/drawing/2014/main" id="{B2609D19-0B84-2284-2071-5A98F1A06E2C}"/>
                    </a:ext>
                  </a:extLst>
                </p:cNvPr>
                <p:cNvSpPr/>
                <p:nvPr/>
              </p:nvSpPr>
              <p:spPr>
                <a:xfrm>
                  <a:off x="5096988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80" name="Rectangle 27">
                  <a:extLst>
                    <a:ext uri="{FF2B5EF4-FFF2-40B4-BE49-F238E27FC236}">
                      <a16:creationId xmlns:a16="http://schemas.microsoft.com/office/drawing/2014/main" id="{DC210576-5A3B-1141-92F9-16645F7E94F9}"/>
                    </a:ext>
                  </a:extLst>
                </p:cNvPr>
                <p:cNvSpPr/>
                <p:nvPr/>
              </p:nvSpPr>
              <p:spPr>
                <a:xfrm>
                  <a:off x="5232958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81" name="Rectangle 28">
                  <a:extLst>
                    <a:ext uri="{FF2B5EF4-FFF2-40B4-BE49-F238E27FC236}">
                      <a16:creationId xmlns:a16="http://schemas.microsoft.com/office/drawing/2014/main" id="{633F8D60-7843-0549-27EB-AD02FC486798}"/>
                    </a:ext>
                  </a:extLst>
                </p:cNvPr>
                <p:cNvSpPr/>
                <p:nvPr/>
              </p:nvSpPr>
              <p:spPr>
                <a:xfrm>
                  <a:off x="5429358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82" name="Rectangle 29">
                  <a:extLst>
                    <a:ext uri="{FF2B5EF4-FFF2-40B4-BE49-F238E27FC236}">
                      <a16:creationId xmlns:a16="http://schemas.microsoft.com/office/drawing/2014/main" id="{46B5E345-4EE9-23AE-7E6A-D2B61F885288}"/>
                    </a:ext>
                  </a:extLst>
                </p:cNvPr>
                <p:cNvSpPr/>
                <p:nvPr/>
              </p:nvSpPr>
              <p:spPr>
                <a:xfrm>
                  <a:off x="5565328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83" name="Rectangle 30">
                  <a:extLst>
                    <a:ext uri="{FF2B5EF4-FFF2-40B4-BE49-F238E27FC236}">
                      <a16:creationId xmlns:a16="http://schemas.microsoft.com/office/drawing/2014/main" id="{57170C0B-5A14-D19C-A5EA-843CB5242CFD}"/>
                    </a:ext>
                  </a:extLst>
                </p:cNvPr>
                <p:cNvSpPr/>
                <p:nvPr/>
              </p:nvSpPr>
              <p:spPr>
                <a:xfrm>
                  <a:off x="5761728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84" name="Rectangle 31">
                  <a:extLst>
                    <a:ext uri="{FF2B5EF4-FFF2-40B4-BE49-F238E27FC236}">
                      <a16:creationId xmlns:a16="http://schemas.microsoft.com/office/drawing/2014/main" id="{57BA37CD-FCE0-9041-0938-3BD48C0B6F03}"/>
                    </a:ext>
                  </a:extLst>
                </p:cNvPr>
                <p:cNvSpPr/>
                <p:nvPr/>
              </p:nvSpPr>
              <p:spPr>
                <a:xfrm>
                  <a:off x="5897697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85" name="Rectangle 32">
                  <a:extLst>
                    <a:ext uri="{FF2B5EF4-FFF2-40B4-BE49-F238E27FC236}">
                      <a16:creationId xmlns:a16="http://schemas.microsoft.com/office/drawing/2014/main" id="{77338287-BB5A-E20B-A1E7-E4C919208798}"/>
                    </a:ext>
                  </a:extLst>
                </p:cNvPr>
                <p:cNvSpPr/>
                <p:nvPr/>
              </p:nvSpPr>
              <p:spPr>
                <a:xfrm>
                  <a:off x="6094098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86" name="Rectangle 33">
                  <a:extLst>
                    <a:ext uri="{FF2B5EF4-FFF2-40B4-BE49-F238E27FC236}">
                      <a16:creationId xmlns:a16="http://schemas.microsoft.com/office/drawing/2014/main" id="{98CE20D6-41B8-2A4A-C43E-BFF4654E3FA1}"/>
                    </a:ext>
                  </a:extLst>
                </p:cNvPr>
                <p:cNvSpPr/>
                <p:nvPr/>
              </p:nvSpPr>
              <p:spPr>
                <a:xfrm>
                  <a:off x="6230067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87" name="Rectangle 34">
                  <a:extLst>
                    <a:ext uri="{FF2B5EF4-FFF2-40B4-BE49-F238E27FC236}">
                      <a16:creationId xmlns:a16="http://schemas.microsoft.com/office/drawing/2014/main" id="{31E6AAE9-1404-FD5A-CEDB-CB85C53B9083}"/>
                    </a:ext>
                  </a:extLst>
                </p:cNvPr>
                <p:cNvSpPr/>
                <p:nvPr/>
              </p:nvSpPr>
              <p:spPr>
                <a:xfrm>
                  <a:off x="6426467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88" name="Rectangle 35">
                  <a:extLst>
                    <a:ext uri="{FF2B5EF4-FFF2-40B4-BE49-F238E27FC236}">
                      <a16:creationId xmlns:a16="http://schemas.microsoft.com/office/drawing/2014/main" id="{2A326119-FE1C-D81A-F350-3CB66EDF99E8}"/>
                    </a:ext>
                  </a:extLst>
                </p:cNvPr>
                <p:cNvSpPr/>
                <p:nvPr/>
              </p:nvSpPr>
              <p:spPr>
                <a:xfrm>
                  <a:off x="6562436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89" name="Rectangle 36">
                  <a:extLst>
                    <a:ext uri="{FF2B5EF4-FFF2-40B4-BE49-F238E27FC236}">
                      <a16:creationId xmlns:a16="http://schemas.microsoft.com/office/drawing/2014/main" id="{7A6B5A55-556B-7CDE-BB55-EF09B4148979}"/>
                    </a:ext>
                  </a:extLst>
                </p:cNvPr>
                <p:cNvSpPr/>
                <p:nvPr/>
              </p:nvSpPr>
              <p:spPr>
                <a:xfrm>
                  <a:off x="6758836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90" name="Rectangle 37">
                  <a:extLst>
                    <a:ext uri="{FF2B5EF4-FFF2-40B4-BE49-F238E27FC236}">
                      <a16:creationId xmlns:a16="http://schemas.microsoft.com/office/drawing/2014/main" id="{1A796C22-0B9E-25D4-C25C-8ECE230B4D0D}"/>
                    </a:ext>
                  </a:extLst>
                </p:cNvPr>
                <p:cNvSpPr/>
                <p:nvPr/>
              </p:nvSpPr>
              <p:spPr>
                <a:xfrm>
                  <a:off x="6894806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91" name="Rectangle 38">
                  <a:extLst>
                    <a:ext uri="{FF2B5EF4-FFF2-40B4-BE49-F238E27FC236}">
                      <a16:creationId xmlns:a16="http://schemas.microsoft.com/office/drawing/2014/main" id="{3AC57B68-8EE9-9348-A6DD-D95F1C18C9F7}"/>
                    </a:ext>
                  </a:extLst>
                </p:cNvPr>
                <p:cNvSpPr/>
                <p:nvPr/>
              </p:nvSpPr>
              <p:spPr>
                <a:xfrm>
                  <a:off x="7091206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92" name="Rectangle 39">
                  <a:extLst>
                    <a:ext uri="{FF2B5EF4-FFF2-40B4-BE49-F238E27FC236}">
                      <a16:creationId xmlns:a16="http://schemas.microsoft.com/office/drawing/2014/main" id="{BE239513-06AA-6E2F-F153-AA012DFEF281}"/>
                    </a:ext>
                  </a:extLst>
                </p:cNvPr>
                <p:cNvSpPr/>
                <p:nvPr/>
              </p:nvSpPr>
              <p:spPr>
                <a:xfrm>
                  <a:off x="7227175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93" name="Rectangle 88">
                  <a:extLst>
                    <a:ext uri="{FF2B5EF4-FFF2-40B4-BE49-F238E27FC236}">
                      <a16:creationId xmlns:a16="http://schemas.microsoft.com/office/drawing/2014/main" id="{218CB1B8-116B-F928-DB9E-CABFD9894573}"/>
                    </a:ext>
                  </a:extLst>
                </p:cNvPr>
                <p:cNvSpPr/>
                <p:nvPr/>
              </p:nvSpPr>
              <p:spPr>
                <a:xfrm>
                  <a:off x="4764619" y="3518096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94" name="Rectangle 89">
                  <a:extLst>
                    <a:ext uri="{FF2B5EF4-FFF2-40B4-BE49-F238E27FC236}">
                      <a16:creationId xmlns:a16="http://schemas.microsoft.com/office/drawing/2014/main" id="{3351A34A-F165-3B1B-4489-170C5A7C9356}"/>
                    </a:ext>
                  </a:extLst>
                </p:cNvPr>
                <p:cNvSpPr/>
                <p:nvPr/>
              </p:nvSpPr>
              <p:spPr>
                <a:xfrm>
                  <a:off x="4900588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95" name="Rectangle 90">
                  <a:extLst>
                    <a:ext uri="{FF2B5EF4-FFF2-40B4-BE49-F238E27FC236}">
                      <a16:creationId xmlns:a16="http://schemas.microsoft.com/office/drawing/2014/main" id="{6F180D75-F9E7-E8B2-7116-23DB0532EE62}"/>
                    </a:ext>
                  </a:extLst>
                </p:cNvPr>
                <p:cNvSpPr/>
                <p:nvPr/>
              </p:nvSpPr>
              <p:spPr>
                <a:xfrm>
                  <a:off x="5096988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96" name="Rectangle 91">
                  <a:extLst>
                    <a:ext uri="{FF2B5EF4-FFF2-40B4-BE49-F238E27FC236}">
                      <a16:creationId xmlns:a16="http://schemas.microsoft.com/office/drawing/2014/main" id="{570B4BB0-352D-D4C1-DE21-26B8DA87F04D}"/>
                    </a:ext>
                  </a:extLst>
                </p:cNvPr>
                <p:cNvSpPr/>
                <p:nvPr/>
              </p:nvSpPr>
              <p:spPr>
                <a:xfrm>
                  <a:off x="5232958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97" name="Rectangle 92">
                  <a:extLst>
                    <a:ext uri="{FF2B5EF4-FFF2-40B4-BE49-F238E27FC236}">
                      <a16:creationId xmlns:a16="http://schemas.microsoft.com/office/drawing/2014/main" id="{A21FBBE9-EB3E-DBF5-F85B-F728AF8A8E41}"/>
                    </a:ext>
                  </a:extLst>
                </p:cNvPr>
                <p:cNvSpPr/>
                <p:nvPr/>
              </p:nvSpPr>
              <p:spPr>
                <a:xfrm>
                  <a:off x="5429358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98" name="Rectangle 93">
                  <a:extLst>
                    <a:ext uri="{FF2B5EF4-FFF2-40B4-BE49-F238E27FC236}">
                      <a16:creationId xmlns:a16="http://schemas.microsoft.com/office/drawing/2014/main" id="{85CFAFA5-9A7B-7D71-58C1-F0C48161B26D}"/>
                    </a:ext>
                  </a:extLst>
                </p:cNvPr>
                <p:cNvSpPr/>
                <p:nvPr/>
              </p:nvSpPr>
              <p:spPr>
                <a:xfrm>
                  <a:off x="5565328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99" name="Rectangle 94">
                  <a:extLst>
                    <a:ext uri="{FF2B5EF4-FFF2-40B4-BE49-F238E27FC236}">
                      <a16:creationId xmlns:a16="http://schemas.microsoft.com/office/drawing/2014/main" id="{81F461EB-7E8F-E9BB-5C5D-CD31BDFCD4AB}"/>
                    </a:ext>
                  </a:extLst>
                </p:cNvPr>
                <p:cNvSpPr/>
                <p:nvPr/>
              </p:nvSpPr>
              <p:spPr>
                <a:xfrm>
                  <a:off x="5761728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00" name="Rectangle 95">
                  <a:extLst>
                    <a:ext uri="{FF2B5EF4-FFF2-40B4-BE49-F238E27FC236}">
                      <a16:creationId xmlns:a16="http://schemas.microsoft.com/office/drawing/2014/main" id="{B9D1BA61-071C-FF2B-1284-EBF4AF945043}"/>
                    </a:ext>
                  </a:extLst>
                </p:cNvPr>
                <p:cNvSpPr/>
                <p:nvPr/>
              </p:nvSpPr>
              <p:spPr>
                <a:xfrm>
                  <a:off x="5897697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01" name="Rectangle 96">
                  <a:extLst>
                    <a:ext uri="{FF2B5EF4-FFF2-40B4-BE49-F238E27FC236}">
                      <a16:creationId xmlns:a16="http://schemas.microsoft.com/office/drawing/2014/main" id="{843625F0-EB23-9BA4-9871-1DFA33619913}"/>
                    </a:ext>
                  </a:extLst>
                </p:cNvPr>
                <p:cNvSpPr/>
                <p:nvPr/>
              </p:nvSpPr>
              <p:spPr>
                <a:xfrm>
                  <a:off x="6094098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02" name="Rectangle 97">
                  <a:extLst>
                    <a:ext uri="{FF2B5EF4-FFF2-40B4-BE49-F238E27FC236}">
                      <a16:creationId xmlns:a16="http://schemas.microsoft.com/office/drawing/2014/main" id="{02DED41E-C1F9-DCB2-167F-A15AA45F45B4}"/>
                    </a:ext>
                  </a:extLst>
                </p:cNvPr>
                <p:cNvSpPr/>
                <p:nvPr/>
              </p:nvSpPr>
              <p:spPr>
                <a:xfrm>
                  <a:off x="6230067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03" name="Rectangle 98">
                  <a:extLst>
                    <a:ext uri="{FF2B5EF4-FFF2-40B4-BE49-F238E27FC236}">
                      <a16:creationId xmlns:a16="http://schemas.microsoft.com/office/drawing/2014/main" id="{09749620-E326-B074-18C3-9BE94C09DAEA}"/>
                    </a:ext>
                  </a:extLst>
                </p:cNvPr>
                <p:cNvSpPr/>
                <p:nvPr/>
              </p:nvSpPr>
              <p:spPr>
                <a:xfrm>
                  <a:off x="6426467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04" name="Rectangle 99">
                  <a:extLst>
                    <a:ext uri="{FF2B5EF4-FFF2-40B4-BE49-F238E27FC236}">
                      <a16:creationId xmlns:a16="http://schemas.microsoft.com/office/drawing/2014/main" id="{DB4F240C-F27E-99C0-150E-2F24338A31D4}"/>
                    </a:ext>
                  </a:extLst>
                </p:cNvPr>
                <p:cNvSpPr/>
                <p:nvPr/>
              </p:nvSpPr>
              <p:spPr>
                <a:xfrm>
                  <a:off x="6562436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05" name="Rectangle 100">
                  <a:extLst>
                    <a:ext uri="{FF2B5EF4-FFF2-40B4-BE49-F238E27FC236}">
                      <a16:creationId xmlns:a16="http://schemas.microsoft.com/office/drawing/2014/main" id="{29A04880-2ECE-12F3-AC38-05450768FAC7}"/>
                    </a:ext>
                  </a:extLst>
                </p:cNvPr>
                <p:cNvSpPr/>
                <p:nvPr/>
              </p:nvSpPr>
              <p:spPr>
                <a:xfrm>
                  <a:off x="6758836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06" name="Rectangle 101">
                  <a:extLst>
                    <a:ext uri="{FF2B5EF4-FFF2-40B4-BE49-F238E27FC236}">
                      <a16:creationId xmlns:a16="http://schemas.microsoft.com/office/drawing/2014/main" id="{E51EEC2D-CEE2-AFAB-CE4C-1D42B6A96190}"/>
                    </a:ext>
                  </a:extLst>
                </p:cNvPr>
                <p:cNvSpPr/>
                <p:nvPr/>
              </p:nvSpPr>
              <p:spPr>
                <a:xfrm>
                  <a:off x="6894806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07" name="Rectangle 102">
                  <a:extLst>
                    <a:ext uri="{FF2B5EF4-FFF2-40B4-BE49-F238E27FC236}">
                      <a16:creationId xmlns:a16="http://schemas.microsoft.com/office/drawing/2014/main" id="{8B9F9119-D705-A1A8-8C4C-67113B5B7924}"/>
                    </a:ext>
                  </a:extLst>
                </p:cNvPr>
                <p:cNvSpPr/>
                <p:nvPr/>
              </p:nvSpPr>
              <p:spPr>
                <a:xfrm>
                  <a:off x="7091206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08" name="Rectangle 103">
                  <a:extLst>
                    <a:ext uri="{FF2B5EF4-FFF2-40B4-BE49-F238E27FC236}">
                      <a16:creationId xmlns:a16="http://schemas.microsoft.com/office/drawing/2014/main" id="{63156E73-1509-740A-4F8A-EAC3EB11691F}"/>
                    </a:ext>
                  </a:extLst>
                </p:cNvPr>
                <p:cNvSpPr/>
                <p:nvPr/>
              </p:nvSpPr>
              <p:spPr>
                <a:xfrm>
                  <a:off x="7227175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203" name="グループ化 202">
              <a:extLst>
                <a:ext uri="{FF2B5EF4-FFF2-40B4-BE49-F238E27FC236}">
                  <a16:creationId xmlns:a16="http://schemas.microsoft.com/office/drawing/2014/main" id="{ED6F3467-06E2-F75E-B9E0-2BA0789527D3}"/>
                </a:ext>
              </a:extLst>
            </p:cNvPr>
            <p:cNvGrpSpPr/>
            <p:nvPr/>
          </p:nvGrpSpPr>
          <p:grpSpPr>
            <a:xfrm>
              <a:off x="4731067" y="3284553"/>
              <a:ext cx="920297" cy="893919"/>
              <a:chOff x="5978930" y="5568471"/>
              <a:chExt cx="900000" cy="900000"/>
            </a:xfrm>
          </p:grpSpPr>
          <p:sp>
            <p:nvSpPr>
              <p:cNvPr id="1049" name="Rectangle 1052">
                <a:extLst>
                  <a:ext uri="{FF2B5EF4-FFF2-40B4-BE49-F238E27FC236}">
                    <a16:creationId xmlns:a16="http://schemas.microsoft.com/office/drawing/2014/main" id="{266EDE4B-EBAD-A039-6FC2-4656954A414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978930" y="5568471"/>
                <a:ext cx="900000" cy="900000"/>
              </a:xfrm>
              <a:prstGeom prst="rect">
                <a:avLst/>
              </a:prstGeom>
              <a:solidFill>
                <a:srgbClr val="FBEADA"/>
              </a:solidFill>
              <a:ln w="12700"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altLang="ja-JP" sz="1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050" name="グループ化 1049">
                <a:extLst>
                  <a:ext uri="{FF2B5EF4-FFF2-40B4-BE49-F238E27FC236}">
                    <a16:creationId xmlns:a16="http://schemas.microsoft.com/office/drawing/2014/main" id="{7009CACD-46FB-2AAE-4571-22D576F24FE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016049" y="5608981"/>
                <a:ext cx="828000" cy="828000"/>
                <a:chOff x="4764619" y="1854439"/>
                <a:chExt cx="2643849" cy="1867106"/>
              </a:xfrm>
            </p:grpSpPr>
            <p:sp>
              <p:nvSpPr>
                <p:cNvPr id="1051" name="Rectangle 24">
                  <a:extLst>
                    <a:ext uri="{FF2B5EF4-FFF2-40B4-BE49-F238E27FC236}">
                      <a16:creationId xmlns:a16="http://schemas.microsoft.com/office/drawing/2014/main" id="{4FE1B330-D7C2-3EB1-3630-D705695F7094}"/>
                    </a:ext>
                  </a:extLst>
                </p:cNvPr>
                <p:cNvSpPr/>
                <p:nvPr/>
              </p:nvSpPr>
              <p:spPr>
                <a:xfrm>
                  <a:off x="4765255" y="185672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52" name="Rectangle 25">
                  <a:extLst>
                    <a:ext uri="{FF2B5EF4-FFF2-40B4-BE49-F238E27FC236}">
                      <a16:creationId xmlns:a16="http://schemas.microsoft.com/office/drawing/2014/main" id="{3B713BB5-E81F-0F1C-78C6-5D29D728A3F1}"/>
                    </a:ext>
                  </a:extLst>
                </p:cNvPr>
                <p:cNvSpPr/>
                <p:nvPr/>
              </p:nvSpPr>
              <p:spPr>
                <a:xfrm>
                  <a:off x="4900588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53" name="Rectangle 26">
                  <a:extLst>
                    <a:ext uri="{FF2B5EF4-FFF2-40B4-BE49-F238E27FC236}">
                      <a16:creationId xmlns:a16="http://schemas.microsoft.com/office/drawing/2014/main" id="{9A9C705E-2E85-A5DE-11FC-28035FC54A84}"/>
                    </a:ext>
                  </a:extLst>
                </p:cNvPr>
                <p:cNvSpPr/>
                <p:nvPr/>
              </p:nvSpPr>
              <p:spPr>
                <a:xfrm>
                  <a:off x="5096988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54" name="Rectangle 27">
                  <a:extLst>
                    <a:ext uri="{FF2B5EF4-FFF2-40B4-BE49-F238E27FC236}">
                      <a16:creationId xmlns:a16="http://schemas.microsoft.com/office/drawing/2014/main" id="{DA5CCB45-4849-4389-1893-3C379407BF04}"/>
                    </a:ext>
                  </a:extLst>
                </p:cNvPr>
                <p:cNvSpPr/>
                <p:nvPr/>
              </p:nvSpPr>
              <p:spPr>
                <a:xfrm>
                  <a:off x="5232958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55" name="Rectangle 28">
                  <a:extLst>
                    <a:ext uri="{FF2B5EF4-FFF2-40B4-BE49-F238E27FC236}">
                      <a16:creationId xmlns:a16="http://schemas.microsoft.com/office/drawing/2014/main" id="{9EA4AFDE-6B43-F55A-5CA6-E89D49CAC3CA}"/>
                    </a:ext>
                  </a:extLst>
                </p:cNvPr>
                <p:cNvSpPr/>
                <p:nvPr/>
              </p:nvSpPr>
              <p:spPr>
                <a:xfrm>
                  <a:off x="5429358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56" name="Rectangle 29">
                  <a:extLst>
                    <a:ext uri="{FF2B5EF4-FFF2-40B4-BE49-F238E27FC236}">
                      <a16:creationId xmlns:a16="http://schemas.microsoft.com/office/drawing/2014/main" id="{06C25496-5A4A-63AC-8162-004278D17567}"/>
                    </a:ext>
                  </a:extLst>
                </p:cNvPr>
                <p:cNvSpPr/>
                <p:nvPr/>
              </p:nvSpPr>
              <p:spPr>
                <a:xfrm>
                  <a:off x="5565328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57" name="Rectangle 30">
                  <a:extLst>
                    <a:ext uri="{FF2B5EF4-FFF2-40B4-BE49-F238E27FC236}">
                      <a16:creationId xmlns:a16="http://schemas.microsoft.com/office/drawing/2014/main" id="{212166BD-E1BB-8432-D7E9-A7A804074DE2}"/>
                    </a:ext>
                  </a:extLst>
                </p:cNvPr>
                <p:cNvSpPr/>
                <p:nvPr/>
              </p:nvSpPr>
              <p:spPr>
                <a:xfrm>
                  <a:off x="5761728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58" name="Rectangle 31">
                  <a:extLst>
                    <a:ext uri="{FF2B5EF4-FFF2-40B4-BE49-F238E27FC236}">
                      <a16:creationId xmlns:a16="http://schemas.microsoft.com/office/drawing/2014/main" id="{6E152A45-18F3-FFA8-FFB4-BE6A3F32D381}"/>
                    </a:ext>
                  </a:extLst>
                </p:cNvPr>
                <p:cNvSpPr/>
                <p:nvPr/>
              </p:nvSpPr>
              <p:spPr>
                <a:xfrm>
                  <a:off x="5897697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59" name="Rectangle 32">
                  <a:extLst>
                    <a:ext uri="{FF2B5EF4-FFF2-40B4-BE49-F238E27FC236}">
                      <a16:creationId xmlns:a16="http://schemas.microsoft.com/office/drawing/2014/main" id="{039E20F6-14B9-3776-0345-3908E195868C}"/>
                    </a:ext>
                  </a:extLst>
                </p:cNvPr>
                <p:cNvSpPr/>
                <p:nvPr/>
              </p:nvSpPr>
              <p:spPr>
                <a:xfrm>
                  <a:off x="6094098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60" name="Rectangle 33">
                  <a:extLst>
                    <a:ext uri="{FF2B5EF4-FFF2-40B4-BE49-F238E27FC236}">
                      <a16:creationId xmlns:a16="http://schemas.microsoft.com/office/drawing/2014/main" id="{43D59654-CB3C-38F6-094B-92DF3237C991}"/>
                    </a:ext>
                  </a:extLst>
                </p:cNvPr>
                <p:cNvSpPr/>
                <p:nvPr/>
              </p:nvSpPr>
              <p:spPr>
                <a:xfrm>
                  <a:off x="6230067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61" name="Rectangle 34">
                  <a:extLst>
                    <a:ext uri="{FF2B5EF4-FFF2-40B4-BE49-F238E27FC236}">
                      <a16:creationId xmlns:a16="http://schemas.microsoft.com/office/drawing/2014/main" id="{92DA3027-FC0C-5EE9-D6C1-9269BC97912B}"/>
                    </a:ext>
                  </a:extLst>
                </p:cNvPr>
                <p:cNvSpPr/>
                <p:nvPr/>
              </p:nvSpPr>
              <p:spPr>
                <a:xfrm>
                  <a:off x="6426467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62" name="Rectangle 35">
                  <a:extLst>
                    <a:ext uri="{FF2B5EF4-FFF2-40B4-BE49-F238E27FC236}">
                      <a16:creationId xmlns:a16="http://schemas.microsoft.com/office/drawing/2014/main" id="{11347E47-B33B-0037-BF18-68E4F9998B8C}"/>
                    </a:ext>
                  </a:extLst>
                </p:cNvPr>
                <p:cNvSpPr/>
                <p:nvPr/>
              </p:nvSpPr>
              <p:spPr>
                <a:xfrm>
                  <a:off x="6562436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63" name="Rectangle 36">
                  <a:extLst>
                    <a:ext uri="{FF2B5EF4-FFF2-40B4-BE49-F238E27FC236}">
                      <a16:creationId xmlns:a16="http://schemas.microsoft.com/office/drawing/2014/main" id="{3E755324-6064-D8BE-3221-0314237EA3A1}"/>
                    </a:ext>
                  </a:extLst>
                </p:cNvPr>
                <p:cNvSpPr/>
                <p:nvPr/>
              </p:nvSpPr>
              <p:spPr>
                <a:xfrm>
                  <a:off x="6758836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64" name="Rectangle 37">
                  <a:extLst>
                    <a:ext uri="{FF2B5EF4-FFF2-40B4-BE49-F238E27FC236}">
                      <a16:creationId xmlns:a16="http://schemas.microsoft.com/office/drawing/2014/main" id="{DBD5E196-DE46-4710-681A-F8B327D4293B}"/>
                    </a:ext>
                  </a:extLst>
                </p:cNvPr>
                <p:cNvSpPr/>
                <p:nvPr/>
              </p:nvSpPr>
              <p:spPr>
                <a:xfrm>
                  <a:off x="6894806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65" name="Rectangle 38">
                  <a:extLst>
                    <a:ext uri="{FF2B5EF4-FFF2-40B4-BE49-F238E27FC236}">
                      <a16:creationId xmlns:a16="http://schemas.microsoft.com/office/drawing/2014/main" id="{F8042572-53B0-4ECD-43A1-148936F98A61}"/>
                    </a:ext>
                  </a:extLst>
                </p:cNvPr>
                <p:cNvSpPr/>
                <p:nvPr/>
              </p:nvSpPr>
              <p:spPr>
                <a:xfrm>
                  <a:off x="7091206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66" name="Rectangle 39">
                  <a:extLst>
                    <a:ext uri="{FF2B5EF4-FFF2-40B4-BE49-F238E27FC236}">
                      <a16:creationId xmlns:a16="http://schemas.microsoft.com/office/drawing/2014/main" id="{03757046-38CE-36C5-809C-C95911F08EE1}"/>
                    </a:ext>
                  </a:extLst>
                </p:cNvPr>
                <p:cNvSpPr/>
                <p:nvPr/>
              </p:nvSpPr>
              <p:spPr>
                <a:xfrm>
                  <a:off x="7227175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67" name="Rectangle 88">
                  <a:extLst>
                    <a:ext uri="{FF2B5EF4-FFF2-40B4-BE49-F238E27FC236}">
                      <a16:creationId xmlns:a16="http://schemas.microsoft.com/office/drawing/2014/main" id="{6444F64C-29F3-0E64-962F-68A247627942}"/>
                    </a:ext>
                  </a:extLst>
                </p:cNvPr>
                <p:cNvSpPr/>
                <p:nvPr/>
              </p:nvSpPr>
              <p:spPr>
                <a:xfrm>
                  <a:off x="4764619" y="2085888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68" name="Rectangle 89">
                  <a:extLst>
                    <a:ext uri="{FF2B5EF4-FFF2-40B4-BE49-F238E27FC236}">
                      <a16:creationId xmlns:a16="http://schemas.microsoft.com/office/drawing/2014/main" id="{03834978-B5B3-2178-CDB5-E7F951A65D4E}"/>
                    </a:ext>
                  </a:extLst>
                </p:cNvPr>
                <p:cNvSpPr/>
                <p:nvPr/>
              </p:nvSpPr>
              <p:spPr>
                <a:xfrm>
                  <a:off x="4900588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69" name="Rectangle 90">
                  <a:extLst>
                    <a:ext uri="{FF2B5EF4-FFF2-40B4-BE49-F238E27FC236}">
                      <a16:creationId xmlns:a16="http://schemas.microsoft.com/office/drawing/2014/main" id="{37E320F1-A539-AACB-F9F0-4B94C73C8110}"/>
                    </a:ext>
                  </a:extLst>
                </p:cNvPr>
                <p:cNvSpPr/>
                <p:nvPr/>
              </p:nvSpPr>
              <p:spPr>
                <a:xfrm>
                  <a:off x="5096988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70" name="Rectangle 91">
                  <a:extLst>
                    <a:ext uri="{FF2B5EF4-FFF2-40B4-BE49-F238E27FC236}">
                      <a16:creationId xmlns:a16="http://schemas.microsoft.com/office/drawing/2014/main" id="{5F20FD61-0584-610B-B733-DA3B3750B1CB}"/>
                    </a:ext>
                  </a:extLst>
                </p:cNvPr>
                <p:cNvSpPr/>
                <p:nvPr/>
              </p:nvSpPr>
              <p:spPr>
                <a:xfrm>
                  <a:off x="5232958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71" name="Rectangle 92">
                  <a:extLst>
                    <a:ext uri="{FF2B5EF4-FFF2-40B4-BE49-F238E27FC236}">
                      <a16:creationId xmlns:a16="http://schemas.microsoft.com/office/drawing/2014/main" id="{147ED20B-6EA1-7B53-8E7B-68B3094A84D3}"/>
                    </a:ext>
                  </a:extLst>
                </p:cNvPr>
                <p:cNvSpPr/>
                <p:nvPr/>
              </p:nvSpPr>
              <p:spPr>
                <a:xfrm>
                  <a:off x="5429358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72" name="Rectangle 93">
                  <a:extLst>
                    <a:ext uri="{FF2B5EF4-FFF2-40B4-BE49-F238E27FC236}">
                      <a16:creationId xmlns:a16="http://schemas.microsoft.com/office/drawing/2014/main" id="{7932F75A-63AC-B92C-04BC-5789250FC0EC}"/>
                    </a:ext>
                  </a:extLst>
                </p:cNvPr>
                <p:cNvSpPr/>
                <p:nvPr/>
              </p:nvSpPr>
              <p:spPr>
                <a:xfrm>
                  <a:off x="5565328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73" name="Rectangle 94">
                  <a:extLst>
                    <a:ext uri="{FF2B5EF4-FFF2-40B4-BE49-F238E27FC236}">
                      <a16:creationId xmlns:a16="http://schemas.microsoft.com/office/drawing/2014/main" id="{B94D02E2-634C-9E72-E6D9-AB307A2FC9C7}"/>
                    </a:ext>
                  </a:extLst>
                </p:cNvPr>
                <p:cNvSpPr/>
                <p:nvPr/>
              </p:nvSpPr>
              <p:spPr>
                <a:xfrm>
                  <a:off x="5761728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74" name="Rectangle 95">
                  <a:extLst>
                    <a:ext uri="{FF2B5EF4-FFF2-40B4-BE49-F238E27FC236}">
                      <a16:creationId xmlns:a16="http://schemas.microsoft.com/office/drawing/2014/main" id="{DC1F36E2-D4C4-06F2-9CD6-96637ADD7734}"/>
                    </a:ext>
                  </a:extLst>
                </p:cNvPr>
                <p:cNvSpPr/>
                <p:nvPr/>
              </p:nvSpPr>
              <p:spPr>
                <a:xfrm>
                  <a:off x="5897697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75" name="Rectangle 96">
                  <a:extLst>
                    <a:ext uri="{FF2B5EF4-FFF2-40B4-BE49-F238E27FC236}">
                      <a16:creationId xmlns:a16="http://schemas.microsoft.com/office/drawing/2014/main" id="{3AFFD422-416E-5532-5650-6003DB46FB1D}"/>
                    </a:ext>
                  </a:extLst>
                </p:cNvPr>
                <p:cNvSpPr/>
                <p:nvPr/>
              </p:nvSpPr>
              <p:spPr>
                <a:xfrm>
                  <a:off x="6094098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76" name="Rectangle 97">
                  <a:extLst>
                    <a:ext uri="{FF2B5EF4-FFF2-40B4-BE49-F238E27FC236}">
                      <a16:creationId xmlns:a16="http://schemas.microsoft.com/office/drawing/2014/main" id="{C0185B2C-E9EF-A4A0-1E37-6229994B62BC}"/>
                    </a:ext>
                  </a:extLst>
                </p:cNvPr>
                <p:cNvSpPr/>
                <p:nvPr/>
              </p:nvSpPr>
              <p:spPr>
                <a:xfrm>
                  <a:off x="6230067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77" name="Rectangle 98">
                  <a:extLst>
                    <a:ext uri="{FF2B5EF4-FFF2-40B4-BE49-F238E27FC236}">
                      <a16:creationId xmlns:a16="http://schemas.microsoft.com/office/drawing/2014/main" id="{5605E489-2251-5DDE-FD60-EBA223894797}"/>
                    </a:ext>
                  </a:extLst>
                </p:cNvPr>
                <p:cNvSpPr/>
                <p:nvPr/>
              </p:nvSpPr>
              <p:spPr>
                <a:xfrm>
                  <a:off x="6426467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78" name="Rectangle 99">
                  <a:extLst>
                    <a:ext uri="{FF2B5EF4-FFF2-40B4-BE49-F238E27FC236}">
                      <a16:creationId xmlns:a16="http://schemas.microsoft.com/office/drawing/2014/main" id="{08C288AB-377F-6900-9630-A24603AF9645}"/>
                    </a:ext>
                  </a:extLst>
                </p:cNvPr>
                <p:cNvSpPr/>
                <p:nvPr/>
              </p:nvSpPr>
              <p:spPr>
                <a:xfrm>
                  <a:off x="6562436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79" name="Rectangle 100">
                  <a:extLst>
                    <a:ext uri="{FF2B5EF4-FFF2-40B4-BE49-F238E27FC236}">
                      <a16:creationId xmlns:a16="http://schemas.microsoft.com/office/drawing/2014/main" id="{6E816B11-FBC7-61FA-0D20-54B69F75320B}"/>
                    </a:ext>
                  </a:extLst>
                </p:cNvPr>
                <p:cNvSpPr/>
                <p:nvPr/>
              </p:nvSpPr>
              <p:spPr>
                <a:xfrm>
                  <a:off x="6758836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80" name="Rectangle 101">
                  <a:extLst>
                    <a:ext uri="{FF2B5EF4-FFF2-40B4-BE49-F238E27FC236}">
                      <a16:creationId xmlns:a16="http://schemas.microsoft.com/office/drawing/2014/main" id="{B887079C-050C-2820-DA69-95320584A5B4}"/>
                    </a:ext>
                  </a:extLst>
                </p:cNvPr>
                <p:cNvSpPr/>
                <p:nvPr/>
              </p:nvSpPr>
              <p:spPr>
                <a:xfrm>
                  <a:off x="6894806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81" name="Rectangle 102">
                  <a:extLst>
                    <a:ext uri="{FF2B5EF4-FFF2-40B4-BE49-F238E27FC236}">
                      <a16:creationId xmlns:a16="http://schemas.microsoft.com/office/drawing/2014/main" id="{F932DCA6-940B-A737-A774-E571D84F2020}"/>
                    </a:ext>
                  </a:extLst>
                </p:cNvPr>
                <p:cNvSpPr/>
                <p:nvPr/>
              </p:nvSpPr>
              <p:spPr>
                <a:xfrm>
                  <a:off x="7091206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82" name="Rectangle 103">
                  <a:extLst>
                    <a:ext uri="{FF2B5EF4-FFF2-40B4-BE49-F238E27FC236}">
                      <a16:creationId xmlns:a16="http://schemas.microsoft.com/office/drawing/2014/main" id="{6D4A4FE7-1259-2F8C-23A7-CAD66B5E8241}"/>
                    </a:ext>
                  </a:extLst>
                </p:cNvPr>
                <p:cNvSpPr/>
                <p:nvPr/>
              </p:nvSpPr>
              <p:spPr>
                <a:xfrm>
                  <a:off x="7227175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83" name="Rectangle 24">
                  <a:extLst>
                    <a:ext uri="{FF2B5EF4-FFF2-40B4-BE49-F238E27FC236}">
                      <a16:creationId xmlns:a16="http://schemas.microsoft.com/office/drawing/2014/main" id="{A13F6644-E862-160E-0C07-F77D7FC5B16B}"/>
                    </a:ext>
                  </a:extLst>
                </p:cNvPr>
                <p:cNvSpPr/>
                <p:nvPr/>
              </p:nvSpPr>
              <p:spPr>
                <a:xfrm>
                  <a:off x="4765255" y="23361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84" name="Rectangle 25">
                  <a:extLst>
                    <a:ext uri="{FF2B5EF4-FFF2-40B4-BE49-F238E27FC236}">
                      <a16:creationId xmlns:a16="http://schemas.microsoft.com/office/drawing/2014/main" id="{1342786F-1C8F-580A-FDC5-CAA03C71A98D}"/>
                    </a:ext>
                  </a:extLst>
                </p:cNvPr>
                <p:cNvSpPr/>
                <p:nvPr/>
              </p:nvSpPr>
              <p:spPr>
                <a:xfrm>
                  <a:off x="4900588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85" name="Rectangle 26">
                  <a:extLst>
                    <a:ext uri="{FF2B5EF4-FFF2-40B4-BE49-F238E27FC236}">
                      <a16:creationId xmlns:a16="http://schemas.microsoft.com/office/drawing/2014/main" id="{7E6E1B63-86F8-C627-68E5-3E339844EC10}"/>
                    </a:ext>
                  </a:extLst>
                </p:cNvPr>
                <p:cNvSpPr/>
                <p:nvPr/>
              </p:nvSpPr>
              <p:spPr>
                <a:xfrm>
                  <a:off x="5096988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86" name="Rectangle 27">
                  <a:extLst>
                    <a:ext uri="{FF2B5EF4-FFF2-40B4-BE49-F238E27FC236}">
                      <a16:creationId xmlns:a16="http://schemas.microsoft.com/office/drawing/2014/main" id="{BB14031F-2ECC-14EC-0CF7-BA325CBD8035}"/>
                    </a:ext>
                  </a:extLst>
                </p:cNvPr>
                <p:cNvSpPr/>
                <p:nvPr/>
              </p:nvSpPr>
              <p:spPr>
                <a:xfrm>
                  <a:off x="5232958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87" name="Rectangle 28">
                  <a:extLst>
                    <a:ext uri="{FF2B5EF4-FFF2-40B4-BE49-F238E27FC236}">
                      <a16:creationId xmlns:a16="http://schemas.microsoft.com/office/drawing/2014/main" id="{AB625272-D554-03C0-31A6-6136C03B7090}"/>
                    </a:ext>
                  </a:extLst>
                </p:cNvPr>
                <p:cNvSpPr/>
                <p:nvPr/>
              </p:nvSpPr>
              <p:spPr>
                <a:xfrm>
                  <a:off x="5429358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88" name="Rectangle 29">
                  <a:extLst>
                    <a:ext uri="{FF2B5EF4-FFF2-40B4-BE49-F238E27FC236}">
                      <a16:creationId xmlns:a16="http://schemas.microsoft.com/office/drawing/2014/main" id="{33F96EE0-64FD-82C3-12F2-F49CF567FA0F}"/>
                    </a:ext>
                  </a:extLst>
                </p:cNvPr>
                <p:cNvSpPr/>
                <p:nvPr/>
              </p:nvSpPr>
              <p:spPr>
                <a:xfrm>
                  <a:off x="5565328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89" name="Rectangle 30">
                  <a:extLst>
                    <a:ext uri="{FF2B5EF4-FFF2-40B4-BE49-F238E27FC236}">
                      <a16:creationId xmlns:a16="http://schemas.microsoft.com/office/drawing/2014/main" id="{CCA110D7-752D-232C-4389-4CA7BCD2243B}"/>
                    </a:ext>
                  </a:extLst>
                </p:cNvPr>
                <p:cNvSpPr/>
                <p:nvPr/>
              </p:nvSpPr>
              <p:spPr>
                <a:xfrm>
                  <a:off x="5761728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90" name="Rectangle 31">
                  <a:extLst>
                    <a:ext uri="{FF2B5EF4-FFF2-40B4-BE49-F238E27FC236}">
                      <a16:creationId xmlns:a16="http://schemas.microsoft.com/office/drawing/2014/main" id="{51B78B27-4EB5-7EB0-FFEF-3111A9AC393D}"/>
                    </a:ext>
                  </a:extLst>
                </p:cNvPr>
                <p:cNvSpPr/>
                <p:nvPr/>
              </p:nvSpPr>
              <p:spPr>
                <a:xfrm>
                  <a:off x="5897697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91" name="Rectangle 32">
                  <a:extLst>
                    <a:ext uri="{FF2B5EF4-FFF2-40B4-BE49-F238E27FC236}">
                      <a16:creationId xmlns:a16="http://schemas.microsoft.com/office/drawing/2014/main" id="{1D195499-9F22-9DB5-934D-4D05A0DC3012}"/>
                    </a:ext>
                  </a:extLst>
                </p:cNvPr>
                <p:cNvSpPr/>
                <p:nvPr/>
              </p:nvSpPr>
              <p:spPr>
                <a:xfrm>
                  <a:off x="6094098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92" name="Rectangle 33">
                  <a:extLst>
                    <a:ext uri="{FF2B5EF4-FFF2-40B4-BE49-F238E27FC236}">
                      <a16:creationId xmlns:a16="http://schemas.microsoft.com/office/drawing/2014/main" id="{C38E43DE-9EDA-96A5-972E-DA91CFA3354C}"/>
                    </a:ext>
                  </a:extLst>
                </p:cNvPr>
                <p:cNvSpPr/>
                <p:nvPr/>
              </p:nvSpPr>
              <p:spPr>
                <a:xfrm>
                  <a:off x="6230067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93" name="Rectangle 34">
                  <a:extLst>
                    <a:ext uri="{FF2B5EF4-FFF2-40B4-BE49-F238E27FC236}">
                      <a16:creationId xmlns:a16="http://schemas.microsoft.com/office/drawing/2014/main" id="{4EB90FC2-B630-19FC-FB89-02F7F94E2772}"/>
                    </a:ext>
                  </a:extLst>
                </p:cNvPr>
                <p:cNvSpPr/>
                <p:nvPr/>
              </p:nvSpPr>
              <p:spPr>
                <a:xfrm>
                  <a:off x="6426467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94" name="Rectangle 35">
                  <a:extLst>
                    <a:ext uri="{FF2B5EF4-FFF2-40B4-BE49-F238E27FC236}">
                      <a16:creationId xmlns:a16="http://schemas.microsoft.com/office/drawing/2014/main" id="{2C732864-A8A0-A48C-20FF-24F27BC00C03}"/>
                    </a:ext>
                  </a:extLst>
                </p:cNvPr>
                <p:cNvSpPr/>
                <p:nvPr/>
              </p:nvSpPr>
              <p:spPr>
                <a:xfrm>
                  <a:off x="6562436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95" name="Rectangle 36">
                  <a:extLst>
                    <a:ext uri="{FF2B5EF4-FFF2-40B4-BE49-F238E27FC236}">
                      <a16:creationId xmlns:a16="http://schemas.microsoft.com/office/drawing/2014/main" id="{8A8F1215-FA85-42E9-09BF-F4B23C9F0AFC}"/>
                    </a:ext>
                  </a:extLst>
                </p:cNvPr>
                <p:cNvSpPr/>
                <p:nvPr/>
              </p:nvSpPr>
              <p:spPr>
                <a:xfrm>
                  <a:off x="6758836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96" name="Rectangle 37">
                  <a:extLst>
                    <a:ext uri="{FF2B5EF4-FFF2-40B4-BE49-F238E27FC236}">
                      <a16:creationId xmlns:a16="http://schemas.microsoft.com/office/drawing/2014/main" id="{184D4CB2-5B62-1CCE-AD57-10DA5E712E51}"/>
                    </a:ext>
                  </a:extLst>
                </p:cNvPr>
                <p:cNvSpPr/>
                <p:nvPr/>
              </p:nvSpPr>
              <p:spPr>
                <a:xfrm>
                  <a:off x="6894806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97" name="Rectangle 38">
                  <a:extLst>
                    <a:ext uri="{FF2B5EF4-FFF2-40B4-BE49-F238E27FC236}">
                      <a16:creationId xmlns:a16="http://schemas.microsoft.com/office/drawing/2014/main" id="{80E6D64F-C278-FE7A-E320-C352EE9E2ABB}"/>
                    </a:ext>
                  </a:extLst>
                </p:cNvPr>
                <p:cNvSpPr/>
                <p:nvPr/>
              </p:nvSpPr>
              <p:spPr>
                <a:xfrm>
                  <a:off x="7091206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98" name="Rectangle 39">
                  <a:extLst>
                    <a:ext uri="{FF2B5EF4-FFF2-40B4-BE49-F238E27FC236}">
                      <a16:creationId xmlns:a16="http://schemas.microsoft.com/office/drawing/2014/main" id="{65EB6FA4-EAF7-9CE5-141D-F7C734160B99}"/>
                    </a:ext>
                  </a:extLst>
                </p:cNvPr>
                <p:cNvSpPr/>
                <p:nvPr/>
              </p:nvSpPr>
              <p:spPr>
                <a:xfrm>
                  <a:off x="7227175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99" name="Rectangle 88">
                  <a:extLst>
                    <a:ext uri="{FF2B5EF4-FFF2-40B4-BE49-F238E27FC236}">
                      <a16:creationId xmlns:a16="http://schemas.microsoft.com/office/drawing/2014/main" id="{B18507CD-839F-BDBB-A387-2D40B3ABFEDB}"/>
                    </a:ext>
                  </a:extLst>
                </p:cNvPr>
                <p:cNvSpPr/>
                <p:nvPr/>
              </p:nvSpPr>
              <p:spPr>
                <a:xfrm>
                  <a:off x="4764619" y="2565304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00" name="Rectangle 89">
                  <a:extLst>
                    <a:ext uri="{FF2B5EF4-FFF2-40B4-BE49-F238E27FC236}">
                      <a16:creationId xmlns:a16="http://schemas.microsoft.com/office/drawing/2014/main" id="{1F65A0E1-593C-050B-B486-4DE751340F04}"/>
                    </a:ext>
                  </a:extLst>
                </p:cNvPr>
                <p:cNvSpPr/>
                <p:nvPr/>
              </p:nvSpPr>
              <p:spPr>
                <a:xfrm>
                  <a:off x="4900588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01" name="Rectangle 90">
                  <a:extLst>
                    <a:ext uri="{FF2B5EF4-FFF2-40B4-BE49-F238E27FC236}">
                      <a16:creationId xmlns:a16="http://schemas.microsoft.com/office/drawing/2014/main" id="{77A7EE4F-ADAD-2C29-7DE5-202D224819D5}"/>
                    </a:ext>
                  </a:extLst>
                </p:cNvPr>
                <p:cNvSpPr/>
                <p:nvPr/>
              </p:nvSpPr>
              <p:spPr>
                <a:xfrm>
                  <a:off x="5096988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02" name="Rectangle 91">
                  <a:extLst>
                    <a:ext uri="{FF2B5EF4-FFF2-40B4-BE49-F238E27FC236}">
                      <a16:creationId xmlns:a16="http://schemas.microsoft.com/office/drawing/2014/main" id="{61BB73A3-3789-A464-B002-302E5701CECC}"/>
                    </a:ext>
                  </a:extLst>
                </p:cNvPr>
                <p:cNvSpPr/>
                <p:nvPr/>
              </p:nvSpPr>
              <p:spPr>
                <a:xfrm>
                  <a:off x="5232958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03" name="Rectangle 92">
                  <a:extLst>
                    <a:ext uri="{FF2B5EF4-FFF2-40B4-BE49-F238E27FC236}">
                      <a16:creationId xmlns:a16="http://schemas.microsoft.com/office/drawing/2014/main" id="{6325FCF4-F920-F565-F321-9358A62A072B}"/>
                    </a:ext>
                  </a:extLst>
                </p:cNvPr>
                <p:cNvSpPr/>
                <p:nvPr/>
              </p:nvSpPr>
              <p:spPr>
                <a:xfrm>
                  <a:off x="5429358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04" name="Rectangle 93">
                  <a:extLst>
                    <a:ext uri="{FF2B5EF4-FFF2-40B4-BE49-F238E27FC236}">
                      <a16:creationId xmlns:a16="http://schemas.microsoft.com/office/drawing/2014/main" id="{A749CCFA-2E2D-9B03-0818-5E6E5E9D3111}"/>
                    </a:ext>
                  </a:extLst>
                </p:cNvPr>
                <p:cNvSpPr/>
                <p:nvPr/>
              </p:nvSpPr>
              <p:spPr>
                <a:xfrm>
                  <a:off x="5565328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05" name="Rectangle 94">
                  <a:extLst>
                    <a:ext uri="{FF2B5EF4-FFF2-40B4-BE49-F238E27FC236}">
                      <a16:creationId xmlns:a16="http://schemas.microsoft.com/office/drawing/2014/main" id="{6BC7384B-3D9B-06C5-BBC2-04E8FD3E62F2}"/>
                    </a:ext>
                  </a:extLst>
                </p:cNvPr>
                <p:cNvSpPr/>
                <p:nvPr/>
              </p:nvSpPr>
              <p:spPr>
                <a:xfrm>
                  <a:off x="5761728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06" name="Rectangle 95">
                  <a:extLst>
                    <a:ext uri="{FF2B5EF4-FFF2-40B4-BE49-F238E27FC236}">
                      <a16:creationId xmlns:a16="http://schemas.microsoft.com/office/drawing/2014/main" id="{8D030647-1984-1D9A-E83F-13EEC1FA6174}"/>
                    </a:ext>
                  </a:extLst>
                </p:cNvPr>
                <p:cNvSpPr/>
                <p:nvPr/>
              </p:nvSpPr>
              <p:spPr>
                <a:xfrm>
                  <a:off x="5897697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07" name="Rectangle 96">
                  <a:extLst>
                    <a:ext uri="{FF2B5EF4-FFF2-40B4-BE49-F238E27FC236}">
                      <a16:creationId xmlns:a16="http://schemas.microsoft.com/office/drawing/2014/main" id="{1724E98D-1435-C58D-B3C9-EFF46E013290}"/>
                    </a:ext>
                  </a:extLst>
                </p:cNvPr>
                <p:cNvSpPr/>
                <p:nvPr/>
              </p:nvSpPr>
              <p:spPr>
                <a:xfrm>
                  <a:off x="6094098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08" name="Rectangle 97">
                  <a:extLst>
                    <a:ext uri="{FF2B5EF4-FFF2-40B4-BE49-F238E27FC236}">
                      <a16:creationId xmlns:a16="http://schemas.microsoft.com/office/drawing/2014/main" id="{087E1D8D-D189-D840-6708-CCDD5392C3F1}"/>
                    </a:ext>
                  </a:extLst>
                </p:cNvPr>
                <p:cNvSpPr/>
                <p:nvPr/>
              </p:nvSpPr>
              <p:spPr>
                <a:xfrm>
                  <a:off x="6230067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09" name="Rectangle 98">
                  <a:extLst>
                    <a:ext uri="{FF2B5EF4-FFF2-40B4-BE49-F238E27FC236}">
                      <a16:creationId xmlns:a16="http://schemas.microsoft.com/office/drawing/2014/main" id="{8FA356D2-2457-61E8-D615-B2CAA5179988}"/>
                    </a:ext>
                  </a:extLst>
                </p:cNvPr>
                <p:cNvSpPr/>
                <p:nvPr/>
              </p:nvSpPr>
              <p:spPr>
                <a:xfrm>
                  <a:off x="6426467" y="2576057"/>
                  <a:ext cx="226616" cy="145321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10" name="Rectangle 99">
                  <a:extLst>
                    <a:ext uri="{FF2B5EF4-FFF2-40B4-BE49-F238E27FC236}">
                      <a16:creationId xmlns:a16="http://schemas.microsoft.com/office/drawing/2014/main" id="{94F572C2-69F5-0B04-A9B5-A3B7CF1049D3}"/>
                    </a:ext>
                  </a:extLst>
                </p:cNvPr>
                <p:cNvSpPr/>
                <p:nvPr/>
              </p:nvSpPr>
              <p:spPr>
                <a:xfrm>
                  <a:off x="6562436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11" name="Rectangle 100">
                  <a:extLst>
                    <a:ext uri="{FF2B5EF4-FFF2-40B4-BE49-F238E27FC236}">
                      <a16:creationId xmlns:a16="http://schemas.microsoft.com/office/drawing/2014/main" id="{B8FD5EDE-5C13-22B1-DDFF-5EFF8698DA7F}"/>
                    </a:ext>
                  </a:extLst>
                </p:cNvPr>
                <p:cNvSpPr/>
                <p:nvPr/>
              </p:nvSpPr>
              <p:spPr>
                <a:xfrm>
                  <a:off x="6758836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12" name="Rectangle 101">
                  <a:extLst>
                    <a:ext uri="{FF2B5EF4-FFF2-40B4-BE49-F238E27FC236}">
                      <a16:creationId xmlns:a16="http://schemas.microsoft.com/office/drawing/2014/main" id="{782443A5-C007-4BEA-1D3C-1F4EAE050426}"/>
                    </a:ext>
                  </a:extLst>
                </p:cNvPr>
                <p:cNvSpPr/>
                <p:nvPr/>
              </p:nvSpPr>
              <p:spPr>
                <a:xfrm>
                  <a:off x="6894806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13" name="Rectangle 102">
                  <a:extLst>
                    <a:ext uri="{FF2B5EF4-FFF2-40B4-BE49-F238E27FC236}">
                      <a16:creationId xmlns:a16="http://schemas.microsoft.com/office/drawing/2014/main" id="{2A72055D-D362-D646-94FD-A0B4587E0A04}"/>
                    </a:ext>
                  </a:extLst>
                </p:cNvPr>
                <p:cNvSpPr/>
                <p:nvPr/>
              </p:nvSpPr>
              <p:spPr>
                <a:xfrm>
                  <a:off x="7091206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14" name="Rectangle 103">
                  <a:extLst>
                    <a:ext uri="{FF2B5EF4-FFF2-40B4-BE49-F238E27FC236}">
                      <a16:creationId xmlns:a16="http://schemas.microsoft.com/office/drawing/2014/main" id="{2696C0A7-44B6-E109-C050-6AD1E93F23DE}"/>
                    </a:ext>
                  </a:extLst>
                </p:cNvPr>
                <p:cNvSpPr/>
                <p:nvPr/>
              </p:nvSpPr>
              <p:spPr>
                <a:xfrm>
                  <a:off x="7227175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15" name="Rectangle 24">
                  <a:extLst>
                    <a:ext uri="{FF2B5EF4-FFF2-40B4-BE49-F238E27FC236}">
                      <a16:creationId xmlns:a16="http://schemas.microsoft.com/office/drawing/2014/main" id="{AB533745-2B6F-5489-7257-653360B4106B}"/>
                    </a:ext>
                  </a:extLst>
                </p:cNvPr>
                <p:cNvSpPr/>
                <p:nvPr/>
              </p:nvSpPr>
              <p:spPr>
                <a:xfrm>
                  <a:off x="4765255" y="280951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16" name="Rectangle 25">
                  <a:extLst>
                    <a:ext uri="{FF2B5EF4-FFF2-40B4-BE49-F238E27FC236}">
                      <a16:creationId xmlns:a16="http://schemas.microsoft.com/office/drawing/2014/main" id="{5FC7E6DF-9FB0-542C-7A11-2C2301FA8DA7}"/>
                    </a:ext>
                  </a:extLst>
                </p:cNvPr>
                <p:cNvSpPr/>
                <p:nvPr/>
              </p:nvSpPr>
              <p:spPr>
                <a:xfrm>
                  <a:off x="4900588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17" name="Rectangle 26">
                  <a:extLst>
                    <a:ext uri="{FF2B5EF4-FFF2-40B4-BE49-F238E27FC236}">
                      <a16:creationId xmlns:a16="http://schemas.microsoft.com/office/drawing/2014/main" id="{4157510B-F4BB-4E1D-5491-B043AAABB05E}"/>
                    </a:ext>
                  </a:extLst>
                </p:cNvPr>
                <p:cNvSpPr/>
                <p:nvPr/>
              </p:nvSpPr>
              <p:spPr>
                <a:xfrm>
                  <a:off x="5096988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18" name="Rectangle 27">
                  <a:extLst>
                    <a:ext uri="{FF2B5EF4-FFF2-40B4-BE49-F238E27FC236}">
                      <a16:creationId xmlns:a16="http://schemas.microsoft.com/office/drawing/2014/main" id="{3D4B74E0-EAD4-7AC8-B5EE-1125D8C99690}"/>
                    </a:ext>
                  </a:extLst>
                </p:cNvPr>
                <p:cNvSpPr/>
                <p:nvPr/>
              </p:nvSpPr>
              <p:spPr>
                <a:xfrm>
                  <a:off x="5232958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19" name="Rectangle 28">
                  <a:extLst>
                    <a:ext uri="{FF2B5EF4-FFF2-40B4-BE49-F238E27FC236}">
                      <a16:creationId xmlns:a16="http://schemas.microsoft.com/office/drawing/2014/main" id="{A4C4B5DA-6D7B-0959-0C5A-171E2E60C666}"/>
                    </a:ext>
                  </a:extLst>
                </p:cNvPr>
                <p:cNvSpPr/>
                <p:nvPr/>
              </p:nvSpPr>
              <p:spPr>
                <a:xfrm>
                  <a:off x="5429358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20" name="Rectangle 29">
                  <a:extLst>
                    <a:ext uri="{FF2B5EF4-FFF2-40B4-BE49-F238E27FC236}">
                      <a16:creationId xmlns:a16="http://schemas.microsoft.com/office/drawing/2014/main" id="{9FF3E8E7-B34C-C6A6-A7CE-4733C44C5EB3}"/>
                    </a:ext>
                  </a:extLst>
                </p:cNvPr>
                <p:cNvSpPr/>
                <p:nvPr/>
              </p:nvSpPr>
              <p:spPr>
                <a:xfrm>
                  <a:off x="5565328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21" name="Rectangle 30">
                  <a:extLst>
                    <a:ext uri="{FF2B5EF4-FFF2-40B4-BE49-F238E27FC236}">
                      <a16:creationId xmlns:a16="http://schemas.microsoft.com/office/drawing/2014/main" id="{80DC8B24-B768-35D7-5081-E3845B823D6F}"/>
                    </a:ext>
                  </a:extLst>
                </p:cNvPr>
                <p:cNvSpPr/>
                <p:nvPr/>
              </p:nvSpPr>
              <p:spPr>
                <a:xfrm>
                  <a:off x="5761728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22" name="Rectangle 31">
                  <a:extLst>
                    <a:ext uri="{FF2B5EF4-FFF2-40B4-BE49-F238E27FC236}">
                      <a16:creationId xmlns:a16="http://schemas.microsoft.com/office/drawing/2014/main" id="{4BA46993-83F0-3C69-DDF7-81250040B6C3}"/>
                    </a:ext>
                  </a:extLst>
                </p:cNvPr>
                <p:cNvSpPr/>
                <p:nvPr/>
              </p:nvSpPr>
              <p:spPr>
                <a:xfrm>
                  <a:off x="5897697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23" name="Rectangle 32">
                  <a:extLst>
                    <a:ext uri="{FF2B5EF4-FFF2-40B4-BE49-F238E27FC236}">
                      <a16:creationId xmlns:a16="http://schemas.microsoft.com/office/drawing/2014/main" id="{4DE742D7-F7B8-B31E-D30C-3DA51E4BDBE8}"/>
                    </a:ext>
                  </a:extLst>
                </p:cNvPr>
                <p:cNvSpPr/>
                <p:nvPr/>
              </p:nvSpPr>
              <p:spPr>
                <a:xfrm>
                  <a:off x="6094098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24" name="Rectangle 33">
                  <a:extLst>
                    <a:ext uri="{FF2B5EF4-FFF2-40B4-BE49-F238E27FC236}">
                      <a16:creationId xmlns:a16="http://schemas.microsoft.com/office/drawing/2014/main" id="{B8BD409B-827A-6F12-9EF9-B850A621EE25}"/>
                    </a:ext>
                  </a:extLst>
                </p:cNvPr>
                <p:cNvSpPr/>
                <p:nvPr/>
              </p:nvSpPr>
              <p:spPr>
                <a:xfrm>
                  <a:off x="6230067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25" name="Rectangle 34">
                  <a:extLst>
                    <a:ext uri="{FF2B5EF4-FFF2-40B4-BE49-F238E27FC236}">
                      <a16:creationId xmlns:a16="http://schemas.microsoft.com/office/drawing/2014/main" id="{B8C41B23-AB51-6FCB-F61E-7A33E270570B}"/>
                    </a:ext>
                  </a:extLst>
                </p:cNvPr>
                <p:cNvSpPr/>
                <p:nvPr/>
              </p:nvSpPr>
              <p:spPr>
                <a:xfrm>
                  <a:off x="6426467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26" name="Rectangle 35">
                  <a:extLst>
                    <a:ext uri="{FF2B5EF4-FFF2-40B4-BE49-F238E27FC236}">
                      <a16:creationId xmlns:a16="http://schemas.microsoft.com/office/drawing/2014/main" id="{512F1967-C8AF-E562-2FA4-C6FFD54CF3E8}"/>
                    </a:ext>
                  </a:extLst>
                </p:cNvPr>
                <p:cNvSpPr/>
                <p:nvPr/>
              </p:nvSpPr>
              <p:spPr>
                <a:xfrm>
                  <a:off x="6562436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27" name="Rectangle 36">
                  <a:extLst>
                    <a:ext uri="{FF2B5EF4-FFF2-40B4-BE49-F238E27FC236}">
                      <a16:creationId xmlns:a16="http://schemas.microsoft.com/office/drawing/2014/main" id="{25F5A869-F744-B880-F466-D0A1A38EA9CC}"/>
                    </a:ext>
                  </a:extLst>
                </p:cNvPr>
                <p:cNvSpPr/>
                <p:nvPr/>
              </p:nvSpPr>
              <p:spPr>
                <a:xfrm>
                  <a:off x="6758836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28" name="Rectangle 37">
                  <a:extLst>
                    <a:ext uri="{FF2B5EF4-FFF2-40B4-BE49-F238E27FC236}">
                      <a16:creationId xmlns:a16="http://schemas.microsoft.com/office/drawing/2014/main" id="{37EB14D9-B7E6-A0D1-8252-A6FC64F02E8A}"/>
                    </a:ext>
                  </a:extLst>
                </p:cNvPr>
                <p:cNvSpPr/>
                <p:nvPr/>
              </p:nvSpPr>
              <p:spPr>
                <a:xfrm>
                  <a:off x="6894806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29" name="Rectangle 38">
                  <a:extLst>
                    <a:ext uri="{FF2B5EF4-FFF2-40B4-BE49-F238E27FC236}">
                      <a16:creationId xmlns:a16="http://schemas.microsoft.com/office/drawing/2014/main" id="{84566650-A67E-965B-5555-63DCCD7CFCFE}"/>
                    </a:ext>
                  </a:extLst>
                </p:cNvPr>
                <p:cNvSpPr/>
                <p:nvPr/>
              </p:nvSpPr>
              <p:spPr>
                <a:xfrm>
                  <a:off x="7091206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30" name="Rectangle 39">
                  <a:extLst>
                    <a:ext uri="{FF2B5EF4-FFF2-40B4-BE49-F238E27FC236}">
                      <a16:creationId xmlns:a16="http://schemas.microsoft.com/office/drawing/2014/main" id="{B7152B52-99DE-BD24-9BFD-3570745025E3}"/>
                    </a:ext>
                  </a:extLst>
                </p:cNvPr>
                <p:cNvSpPr/>
                <p:nvPr/>
              </p:nvSpPr>
              <p:spPr>
                <a:xfrm>
                  <a:off x="7227175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31" name="Rectangle 88">
                  <a:extLst>
                    <a:ext uri="{FF2B5EF4-FFF2-40B4-BE49-F238E27FC236}">
                      <a16:creationId xmlns:a16="http://schemas.microsoft.com/office/drawing/2014/main" id="{00C77B83-0490-D058-EDAA-E2CAB8D4CA7E}"/>
                    </a:ext>
                  </a:extLst>
                </p:cNvPr>
                <p:cNvSpPr/>
                <p:nvPr/>
              </p:nvSpPr>
              <p:spPr>
                <a:xfrm>
                  <a:off x="4764619" y="3038680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32" name="Rectangle 89">
                  <a:extLst>
                    <a:ext uri="{FF2B5EF4-FFF2-40B4-BE49-F238E27FC236}">
                      <a16:creationId xmlns:a16="http://schemas.microsoft.com/office/drawing/2014/main" id="{C172AB87-3EF9-E0A7-0213-35D642D110A5}"/>
                    </a:ext>
                  </a:extLst>
                </p:cNvPr>
                <p:cNvSpPr/>
                <p:nvPr/>
              </p:nvSpPr>
              <p:spPr>
                <a:xfrm>
                  <a:off x="4900588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33" name="Rectangle 90">
                  <a:extLst>
                    <a:ext uri="{FF2B5EF4-FFF2-40B4-BE49-F238E27FC236}">
                      <a16:creationId xmlns:a16="http://schemas.microsoft.com/office/drawing/2014/main" id="{6B4EF1F6-FDC7-8112-25DB-96A4D2ED79BA}"/>
                    </a:ext>
                  </a:extLst>
                </p:cNvPr>
                <p:cNvSpPr/>
                <p:nvPr/>
              </p:nvSpPr>
              <p:spPr>
                <a:xfrm>
                  <a:off x="5096988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34" name="Rectangle 91">
                  <a:extLst>
                    <a:ext uri="{FF2B5EF4-FFF2-40B4-BE49-F238E27FC236}">
                      <a16:creationId xmlns:a16="http://schemas.microsoft.com/office/drawing/2014/main" id="{4C8C3731-016E-804A-37CA-90FECD32CE5C}"/>
                    </a:ext>
                  </a:extLst>
                </p:cNvPr>
                <p:cNvSpPr/>
                <p:nvPr/>
              </p:nvSpPr>
              <p:spPr>
                <a:xfrm>
                  <a:off x="5232958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35" name="Rectangle 92">
                  <a:extLst>
                    <a:ext uri="{FF2B5EF4-FFF2-40B4-BE49-F238E27FC236}">
                      <a16:creationId xmlns:a16="http://schemas.microsoft.com/office/drawing/2014/main" id="{B49EAEC1-D431-444B-8440-6B83324D63DF}"/>
                    </a:ext>
                  </a:extLst>
                </p:cNvPr>
                <p:cNvSpPr/>
                <p:nvPr/>
              </p:nvSpPr>
              <p:spPr>
                <a:xfrm>
                  <a:off x="5429358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36" name="Rectangle 93">
                  <a:extLst>
                    <a:ext uri="{FF2B5EF4-FFF2-40B4-BE49-F238E27FC236}">
                      <a16:creationId xmlns:a16="http://schemas.microsoft.com/office/drawing/2014/main" id="{7BACDCC2-E225-9022-5ECE-4F42F4C50EC8}"/>
                    </a:ext>
                  </a:extLst>
                </p:cNvPr>
                <p:cNvSpPr/>
                <p:nvPr/>
              </p:nvSpPr>
              <p:spPr>
                <a:xfrm>
                  <a:off x="5565328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37" name="Rectangle 94">
                  <a:extLst>
                    <a:ext uri="{FF2B5EF4-FFF2-40B4-BE49-F238E27FC236}">
                      <a16:creationId xmlns:a16="http://schemas.microsoft.com/office/drawing/2014/main" id="{BE9C4421-86F6-BE6A-693A-22BAE3A88BE1}"/>
                    </a:ext>
                  </a:extLst>
                </p:cNvPr>
                <p:cNvSpPr/>
                <p:nvPr/>
              </p:nvSpPr>
              <p:spPr>
                <a:xfrm>
                  <a:off x="5761728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38" name="Rectangle 95">
                  <a:extLst>
                    <a:ext uri="{FF2B5EF4-FFF2-40B4-BE49-F238E27FC236}">
                      <a16:creationId xmlns:a16="http://schemas.microsoft.com/office/drawing/2014/main" id="{99084113-FCAF-DC9D-40E5-008749E00DC0}"/>
                    </a:ext>
                  </a:extLst>
                </p:cNvPr>
                <p:cNvSpPr/>
                <p:nvPr/>
              </p:nvSpPr>
              <p:spPr>
                <a:xfrm>
                  <a:off x="5897697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39" name="Rectangle 96">
                  <a:extLst>
                    <a:ext uri="{FF2B5EF4-FFF2-40B4-BE49-F238E27FC236}">
                      <a16:creationId xmlns:a16="http://schemas.microsoft.com/office/drawing/2014/main" id="{7D29087C-4007-3BB2-C983-4AAB5018F5FD}"/>
                    </a:ext>
                  </a:extLst>
                </p:cNvPr>
                <p:cNvSpPr/>
                <p:nvPr/>
              </p:nvSpPr>
              <p:spPr>
                <a:xfrm>
                  <a:off x="6094098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40" name="Rectangle 97">
                  <a:extLst>
                    <a:ext uri="{FF2B5EF4-FFF2-40B4-BE49-F238E27FC236}">
                      <a16:creationId xmlns:a16="http://schemas.microsoft.com/office/drawing/2014/main" id="{656B5A94-CF10-A4D2-860F-AAE3C26263A0}"/>
                    </a:ext>
                  </a:extLst>
                </p:cNvPr>
                <p:cNvSpPr/>
                <p:nvPr/>
              </p:nvSpPr>
              <p:spPr>
                <a:xfrm>
                  <a:off x="6230067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41" name="Rectangle 98">
                  <a:extLst>
                    <a:ext uri="{FF2B5EF4-FFF2-40B4-BE49-F238E27FC236}">
                      <a16:creationId xmlns:a16="http://schemas.microsoft.com/office/drawing/2014/main" id="{6080C356-8CB6-452C-054A-22393894D6C0}"/>
                    </a:ext>
                  </a:extLst>
                </p:cNvPr>
                <p:cNvSpPr/>
                <p:nvPr/>
              </p:nvSpPr>
              <p:spPr>
                <a:xfrm>
                  <a:off x="6426466" y="3049432"/>
                  <a:ext cx="226616" cy="145323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42" name="Rectangle 99">
                  <a:extLst>
                    <a:ext uri="{FF2B5EF4-FFF2-40B4-BE49-F238E27FC236}">
                      <a16:creationId xmlns:a16="http://schemas.microsoft.com/office/drawing/2014/main" id="{A637B494-EDAE-5A0D-5DBC-8CE57D4B9A5E}"/>
                    </a:ext>
                  </a:extLst>
                </p:cNvPr>
                <p:cNvSpPr/>
                <p:nvPr/>
              </p:nvSpPr>
              <p:spPr>
                <a:xfrm>
                  <a:off x="6562436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43" name="Rectangle 100">
                  <a:extLst>
                    <a:ext uri="{FF2B5EF4-FFF2-40B4-BE49-F238E27FC236}">
                      <a16:creationId xmlns:a16="http://schemas.microsoft.com/office/drawing/2014/main" id="{B4728C71-CA44-E5FF-51BE-2C186F0B4052}"/>
                    </a:ext>
                  </a:extLst>
                </p:cNvPr>
                <p:cNvSpPr/>
                <p:nvPr/>
              </p:nvSpPr>
              <p:spPr>
                <a:xfrm>
                  <a:off x="6758836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44" name="Rectangle 101">
                  <a:extLst>
                    <a:ext uri="{FF2B5EF4-FFF2-40B4-BE49-F238E27FC236}">
                      <a16:creationId xmlns:a16="http://schemas.microsoft.com/office/drawing/2014/main" id="{C13F452F-0624-E343-4F34-E444A908B524}"/>
                    </a:ext>
                  </a:extLst>
                </p:cNvPr>
                <p:cNvSpPr/>
                <p:nvPr/>
              </p:nvSpPr>
              <p:spPr>
                <a:xfrm>
                  <a:off x="6894806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45" name="Rectangle 102">
                  <a:extLst>
                    <a:ext uri="{FF2B5EF4-FFF2-40B4-BE49-F238E27FC236}">
                      <a16:creationId xmlns:a16="http://schemas.microsoft.com/office/drawing/2014/main" id="{D03A1A80-F5BB-89AA-E1EB-CACAEB2027CA}"/>
                    </a:ext>
                  </a:extLst>
                </p:cNvPr>
                <p:cNvSpPr/>
                <p:nvPr/>
              </p:nvSpPr>
              <p:spPr>
                <a:xfrm>
                  <a:off x="7091206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46" name="Rectangle 103">
                  <a:extLst>
                    <a:ext uri="{FF2B5EF4-FFF2-40B4-BE49-F238E27FC236}">
                      <a16:creationId xmlns:a16="http://schemas.microsoft.com/office/drawing/2014/main" id="{83ACEFFF-9E29-0C8B-2278-1135B21FB62A}"/>
                    </a:ext>
                  </a:extLst>
                </p:cNvPr>
                <p:cNvSpPr/>
                <p:nvPr/>
              </p:nvSpPr>
              <p:spPr>
                <a:xfrm>
                  <a:off x="7227175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47" name="Rectangle 24">
                  <a:extLst>
                    <a:ext uri="{FF2B5EF4-FFF2-40B4-BE49-F238E27FC236}">
                      <a16:creationId xmlns:a16="http://schemas.microsoft.com/office/drawing/2014/main" id="{A6CECAD5-D4FA-43F4-1297-6CD63C4D7F67}"/>
                    </a:ext>
                  </a:extLst>
                </p:cNvPr>
                <p:cNvSpPr/>
                <p:nvPr/>
              </p:nvSpPr>
              <p:spPr>
                <a:xfrm>
                  <a:off x="4765255" y="32889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48" name="Rectangle 25">
                  <a:extLst>
                    <a:ext uri="{FF2B5EF4-FFF2-40B4-BE49-F238E27FC236}">
                      <a16:creationId xmlns:a16="http://schemas.microsoft.com/office/drawing/2014/main" id="{F4AC1BDA-7D69-98E1-8F1A-64226B9BFB5A}"/>
                    </a:ext>
                  </a:extLst>
                </p:cNvPr>
                <p:cNvSpPr/>
                <p:nvPr/>
              </p:nvSpPr>
              <p:spPr>
                <a:xfrm>
                  <a:off x="4900588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49" name="Rectangle 26">
                  <a:extLst>
                    <a:ext uri="{FF2B5EF4-FFF2-40B4-BE49-F238E27FC236}">
                      <a16:creationId xmlns:a16="http://schemas.microsoft.com/office/drawing/2014/main" id="{6A964DDD-E681-E9D9-07DE-1A037A246756}"/>
                    </a:ext>
                  </a:extLst>
                </p:cNvPr>
                <p:cNvSpPr/>
                <p:nvPr/>
              </p:nvSpPr>
              <p:spPr>
                <a:xfrm>
                  <a:off x="5096988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50" name="Rectangle 27">
                  <a:extLst>
                    <a:ext uri="{FF2B5EF4-FFF2-40B4-BE49-F238E27FC236}">
                      <a16:creationId xmlns:a16="http://schemas.microsoft.com/office/drawing/2014/main" id="{82562130-5403-D635-74FF-6C4420AEEDCC}"/>
                    </a:ext>
                  </a:extLst>
                </p:cNvPr>
                <p:cNvSpPr/>
                <p:nvPr/>
              </p:nvSpPr>
              <p:spPr>
                <a:xfrm>
                  <a:off x="5232958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51" name="Rectangle 28">
                  <a:extLst>
                    <a:ext uri="{FF2B5EF4-FFF2-40B4-BE49-F238E27FC236}">
                      <a16:creationId xmlns:a16="http://schemas.microsoft.com/office/drawing/2014/main" id="{1969A089-C6F2-B876-D7C7-B7037449CF44}"/>
                    </a:ext>
                  </a:extLst>
                </p:cNvPr>
                <p:cNvSpPr/>
                <p:nvPr/>
              </p:nvSpPr>
              <p:spPr>
                <a:xfrm>
                  <a:off x="5429358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52" name="Rectangle 29">
                  <a:extLst>
                    <a:ext uri="{FF2B5EF4-FFF2-40B4-BE49-F238E27FC236}">
                      <a16:creationId xmlns:a16="http://schemas.microsoft.com/office/drawing/2014/main" id="{95BCA56C-AB3A-F157-ACFC-05291CDD3613}"/>
                    </a:ext>
                  </a:extLst>
                </p:cNvPr>
                <p:cNvSpPr/>
                <p:nvPr/>
              </p:nvSpPr>
              <p:spPr>
                <a:xfrm>
                  <a:off x="5565328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53" name="Rectangle 30">
                  <a:extLst>
                    <a:ext uri="{FF2B5EF4-FFF2-40B4-BE49-F238E27FC236}">
                      <a16:creationId xmlns:a16="http://schemas.microsoft.com/office/drawing/2014/main" id="{1BA890FE-E7CE-B702-F3FD-A7C31ACEE392}"/>
                    </a:ext>
                  </a:extLst>
                </p:cNvPr>
                <p:cNvSpPr/>
                <p:nvPr/>
              </p:nvSpPr>
              <p:spPr>
                <a:xfrm>
                  <a:off x="5761728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54" name="Rectangle 31">
                  <a:extLst>
                    <a:ext uri="{FF2B5EF4-FFF2-40B4-BE49-F238E27FC236}">
                      <a16:creationId xmlns:a16="http://schemas.microsoft.com/office/drawing/2014/main" id="{28FC5456-4D69-E17A-BFDE-4F9439B3C360}"/>
                    </a:ext>
                  </a:extLst>
                </p:cNvPr>
                <p:cNvSpPr/>
                <p:nvPr/>
              </p:nvSpPr>
              <p:spPr>
                <a:xfrm>
                  <a:off x="5897697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55" name="Rectangle 32">
                  <a:extLst>
                    <a:ext uri="{FF2B5EF4-FFF2-40B4-BE49-F238E27FC236}">
                      <a16:creationId xmlns:a16="http://schemas.microsoft.com/office/drawing/2014/main" id="{637D5697-8F12-E783-ADB2-4EBE69D8109A}"/>
                    </a:ext>
                  </a:extLst>
                </p:cNvPr>
                <p:cNvSpPr/>
                <p:nvPr/>
              </p:nvSpPr>
              <p:spPr>
                <a:xfrm>
                  <a:off x="6094098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56" name="Rectangle 33">
                  <a:extLst>
                    <a:ext uri="{FF2B5EF4-FFF2-40B4-BE49-F238E27FC236}">
                      <a16:creationId xmlns:a16="http://schemas.microsoft.com/office/drawing/2014/main" id="{777172B5-8C84-FFA3-7829-504497D1DD87}"/>
                    </a:ext>
                  </a:extLst>
                </p:cNvPr>
                <p:cNvSpPr/>
                <p:nvPr/>
              </p:nvSpPr>
              <p:spPr>
                <a:xfrm>
                  <a:off x="6230067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57" name="Rectangle 34">
                  <a:extLst>
                    <a:ext uri="{FF2B5EF4-FFF2-40B4-BE49-F238E27FC236}">
                      <a16:creationId xmlns:a16="http://schemas.microsoft.com/office/drawing/2014/main" id="{131C042D-0F2C-4050-3D7D-3BA7241E384A}"/>
                    </a:ext>
                  </a:extLst>
                </p:cNvPr>
                <p:cNvSpPr/>
                <p:nvPr/>
              </p:nvSpPr>
              <p:spPr>
                <a:xfrm>
                  <a:off x="6426467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58" name="Rectangle 35">
                  <a:extLst>
                    <a:ext uri="{FF2B5EF4-FFF2-40B4-BE49-F238E27FC236}">
                      <a16:creationId xmlns:a16="http://schemas.microsoft.com/office/drawing/2014/main" id="{DAB5D105-D631-11C8-E8E4-96AC1981C1A7}"/>
                    </a:ext>
                  </a:extLst>
                </p:cNvPr>
                <p:cNvSpPr/>
                <p:nvPr/>
              </p:nvSpPr>
              <p:spPr>
                <a:xfrm>
                  <a:off x="6562436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59" name="Rectangle 36">
                  <a:extLst>
                    <a:ext uri="{FF2B5EF4-FFF2-40B4-BE49-F238E27FC236}">
                      <a16:creationId xmlns:a16="http://schemas.microsoft.com/office/drawing/2014/main" id="{42CC8A35-1A83-FC99-5987-544DAEA0D5FC}"/>
                    </a:ext>
                  </a:extLst>
                </p:cNvPr>
                <p:cNvSpPr/>
                <p:nvPr/>
              </p:nvSpPr>
              <p:spPr>
                <a:xfrm>
                  <a:off x="6758836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60" name="Rectangle 37">
                  <a:extLst>
                    <a:ext uri="{FF2B5EF4-FFF2-40B4-BE49-F238E27FC236}">
                      <a16:creationId xmlns:a16="http://schemas.microsoft.com/office/drawing/2014/main" id="{2368F887-6743-EFF7-5A98-5CAC099726D8}"/>
                    </a:ext>
                  </a:extLst>
                </p:cNvPr>
                <p:cNvSpPr/>
                <p:nvPr/>
              </p:nvSpPr>
              <p:spPr>
                <a:xfrm>
                  <a:off x="6894806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61" name="Rectangle 38">
                  <a:extLst>
                    <a:ext uri="{FF2B5EF4-FFF2-40B4-BE49-F238E27FC236}">
                      <a16:creationId xmlns:a16="http://schemas.microsoft.com/office/drawing/2014/main" id="{3084EB31-F2B2-5938-E02D-96C3965F66B1}"/>
                    </a:ext>
                  </a:extLst>
                </p:cNvPr>
                <p:cNvSpPr/>
                <p:nvPr/>
              </p:nvSpPr>
              <p:spPr>
                <a:xfrm>
                  <a:off x="7091206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62" name="Rectangle 39">
                  <a:extLst>
                    <a:ext uri="{FF2B5EF4-FFF2-40B4-BE49-F238E27FC236}">
                      <a16:creationId xmlns:a16="http://schemas.microsoft.com/office/drawing/2014/main" id="{A6ECE061-EE68-C95F-4B4A-ED626EF813A8}"/>
                    </a:ext>
                  </a:extLst>
                </p:cNvPr>
                <p:cNvSpPr/>
                <p:nvPr/>
              </p:nvSpPr>
              <p:spPr>
                <a:xfrm>
                  <a:off x="7227175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63" name="Rectangle 88">
                  <a:extLst>
                    <a:ext uri="{FF2B5EF4-FFF2-40B4-BE49-F238E27FC236}">
                      <a16:creationId xmlns:a16="http://schemas.microsoft.com/office/drawing/2014/main" id="{9E3A1BE8-B976-16A6-235C-0D83EBCDE08B}"/>
                    </a:ext>
                  </a:extLst>
                </p:cNvPr>
                <p:cNvSpPr/>
                <p:nvPr/>
              </p:nvSpPr>
              <p:spPr>
                <a:xfrm>
                  <a:off x="4764619" y="3518096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64" name="Rectangle 89">
                  <a:extLst>
                    <a:ext uri="{FF2B5EF4-FFF2-40B4-BE49-F238E27FC236}">
                      <a16:creationId xmlns:a16="http://schemas.microsoft.com/office/drawing/2014/main" id="{F2FA5B7C-DFB1-41A8-4528-9E8FD5424934}"/>
                    </a:ext>
                  </a:extLst>
                </p:cNvPr>
                <p:cNvSpPr/>
                <p:nvPr/>
              </p:nvSpPr>
              <p:spPr>
                <a:xfrm>
                  <a:off x="4900588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65" name="Rectangle 90">
                  <a:extLst>
                    <a:ext uri="{FF2B5EF4-FFF2-40B4-BE49-F238E27FC236}">
                      <a16:creationId xmlns:a16="http://schemas.microsoft.com/office/drawing/2014/main" id="{42D44C4B-2F17-6D4B-7F2A-57470E748046}"/>
                    </a:ext>
                  </a:extLst>
                </p:cNvPr>
                <p:cNvSpPr/>
                <p:nvPr/>
              </p:nvSpPr>
              <p:spPr>
                <a:xfrm>
                  <a:off x="5096988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66" name="Rectangle 91">
                  <a:extLst>
                    <a:ext uri="{FF2B5EF4-FFF2-40B4-BE49-F238E27FC236}">
                      <a16:creationId xmlns:a16="http://schemas.microsoft.com/office/drawing/2014/main" id="{1E938B4B-60F2-2317-4DE1-FBBC7531E9F9}"/>
                    </a:ext>
                  </a:extLst>
                </p:cNvPr>
                <p:cNvSpPr/>
                <p:nvPr/>
              </p:nvSpPr>
              <p:spPr>
                <a:xfrm>
                  <a:off x="5232958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67" name="Rectangle 92">
                  <a:extLst>
                    <a:ext uri="{FF2B5EF4-FFF2-40B4-BE49-F238E27FC236}">
                      <a16:creationId xmlns:a16="http://schemas.microsoft.com/office/drawing/2014/main" id="{6F2EF703-3933-4D49-AE84-778F0D93D715}"/>
                    </a:ext>
                  </a:extLst>
                </p:cNvPr>
                <p:cNvSpPr/>
                <p:nvPr/>
              </p:nvSpPr>
              <p:spPr>
                <a:xfrm>
                  <a:off x="5429358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68" name="Rectangle 93">
                  <a:extLst>
                    <a:ext uri="{FF2B5EF4-FFF2-40B4-BE49-F238E27FC236}">
                      <a16:creationId xmlns:a16="http://schemas.microsoft.com/office/drawing/2014/main" id="{156426C8-11AB-29AF-4A38-2BBC3B6B1B57}"/>
                    </a:ext>
                  </a:extLst>
                </p:cNvPr>
                <p:cNvSpPr/>
                <p:nvPr/>
              </p:nvSpPr>
              <p:spPr>
                <a:xfrm>
                  <a:off x="5565328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69" name="Rectangle 94">
                  <a:extLst>
                    <a:ext uri="{FF2B5EF4-FFF2-40B4-BE49-F238E27FC236}">
                      <a16:creationId xmlns:a16="http://schemas.microsoft.com/office/drawing/2014/main" id="{52E105FE-7831-BC13-7B49-C445414255C2}"/>
                    </a:ext>
                  </a:extLst>
                </p:cNvPr>
                <p:cNvSpPr/>
                <p:nvPr/>
              </p:nvSpPr>
              <p:spPr>
                <a:xfrm>
                  <a:off x="5761728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70" name="Rectangle 95">
                  <a:extLst>
                    <a:ext uri="{FF2B5EF4-FFF2-40B4-BE49-F238E27FC236}">
                      <a16:creationId xmlns:a16="http://schemas.microsoft.com/office/drawing/2014/main" id="{927B61DE-E855-543A-DEF2-2F3F909866B1}"/>
                    </a:ext>
                  </a:extLst>
                </p:cNvPr>
                <p:cNvSpPr/>
                <p:nvPr/>
              </p:nvSpPr>
              <p:spPr>
                <a:xfrm>
                  <a:off x="5897697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71" name="Rectangle 96">
                  <a:extLst>
                    <a:ext uri="{FF2B5EF4-FFF2-40B4-BE49-F238E27FC236}">
                      <a16:creationId xmlns:a16="http://schemas.microsoft.com/office/drawing/2014/main" id="{95D5A9C9-0D63-4E6E-D218-79E8E23F4936}"/>
                    </a:ext>
                  </a:extLst>
                </p:cNvPr>
                <p:cNvSpPr/>
                <p:nvPr/>
              </p:nvSpPr>
              <p:spPr>
                <a:xfrm>
                  <a:off x="6094098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72" name="Rectangle 97">
                  <a:extLst>
                    <a:ext uri="{FF2B5EF4-FFF2-40B4-BE49-F238E27FC236}">
                      <a16:creationId xmlns:a16="http://schemas.microsoft.com/office/drawing/2014/main" id="{C2C8F3D2-0917-56E0-9F07-D36C28A09F8B}"/>
                    </a:ext>
                  </a:extLst>
                </p:cNvPr>
                <p:cNvSpPr/>
                <p:nvPr/>
              </p:nvSpPr>
              <p:spPr>
                <a:xfrm>
                  <a:off x="6230067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73" name="Rectangle 98">
                  <a:extLst>
                    <a:ext uri="{FF2B5EF4-FFF2-40B4-BE49-F238E27FC236}">
                      <a16:creationId xmlns:a16="http://schemas.microsoft.com/office/drawing/2014/main" id="{22EE662B-3B86-05E7-6C75-B23E806623C6}"/>
                    </a:ext>
                  </a:extLst>
                </p:cNvPr>
                <p:cNvSpPr/>
                <p:nvPr/>
              </p:nvSpPr>
              <p:spPr>
                <a:xfrm>
                  <a:off x="6426467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74" name="Rectangle 99">
                  <a:extLst>
                    <a:ext uri="{FF2B5EF4-FFF2-40B4-BE49-F238E27FC236}">
                      <a16:creationId xmlns:a16="http://schemas.microsoft.com/office/drawing/2014/main" id="{F40ACFF5-A16C-E655-D819-D0F6536935ED}"/>
                    </a:ext>
                  </a:extLst>
                </p:cNvPr>
                <p:cNvSpPr/>
                <p:nvPr/>
              </p:nvSpPr>
              <p:spPr>
                <a:xfrm>
                  <a:off x="6562436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75" name="Rectangle 100">
                  <a:extLst>
                    <a:ext uri="{FF2B5EF4-FFF2-40B4-BE49-F238E27FC236}">
                      <a16:creationId xmlns:a16="http://schemas.microsoft.com/office/drawing/2014/main" id="{FF4855EF-7962-BBBA-E8C6-CA9A745F9F36}"/>
                    </a:ext>
                  </a:extLst>
                </p:cNvPr>
                <p:cNvSpPr/>
                <p:nvPr/>
              </p:nvSpPr>
              <p:spPr>
                <a:xfrm>
                  <a:off x="6758836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76" name="Rectangle 101">
                  <a:extLst>
                    <a:ext uri="{FF2B5EF4-FFF2-40B4-BE49-F238E27FC236}">
                      <a16:creationId xmlns:a16="http://schemas.microsoft.com/office/drawing/2014/main" id="{C972A73F-A930-B5F1-2037-777467783EEB}"/>
                    </a:ext>
                  </a:extLst>
                </p:cNvPr>
                <p:cNvSpPr/>
                <p:nvPr/>
              </p:nvSpPr>
              <p:spPr>
                <a:xfrm>
                  <a:off x="6894806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77" name="Rectangle 102">
                  <a:extLst>
                    <a:ext uri="{FF2B5EF4-FFF2-40B4-BE49-F238E27FC236}">
                      <a16:creationId xmlns:a16="http://schemas.microsoft.com/office/drawing/2014/main" id="{A5C05055-34D7-DB8B-6404-ACD8A642F38A}"/>
                    </a:ext>
                  </a:extLst>
                </p:cNvPr>
                <p:cNvSpPr/>
                <p:nvPr/>
              </p:nvSpPr>
              <p:spPr>
                <a:xfrm>
                  <a:off x="7091206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78" name="Rectangle 103">
                  <a:extLst>
                    <a:ext uri="{FF2B5EF4-FFF2-40B4-BE49-F238E27FC236}">
                      <a16:creationId xmlns:a16="http://schemas.microsoft.com/office/drawing/2014/main" id="{DBE948B2-FE38-0BA8-D97B-4338B424ED77}"/>
                    </a:ext>
                  </a:extLst>
                </p:cNvPr>
                <p:cNvSpPr/>
                <p:nvPr/>
              </p:nvSpPr>
              <p:spPr>
                <a:xfrm>
                  <a:off x="7227175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204" name="グループ化 203">
              <a:extLst>
                <a:ext uri="{FF2B5EF4-FFF2-40B4-BE49-F238E27FC236}">
                  <a16:creationId xmlns:a16="http://schemas.microsoft.com/office/drawing/2014/main" id="{43059A3F-D008-A8B8-9988-46E234D92F08}"/>
                </a:ext>
              </a:extLst>
            </p:cNvPr>
            <p:cNvGrpSpPr/>
            <p:nvPr/>
          </p:nvGrpSpPr>
          <p:grpSpPr>
            <a:xfrm>
              <a:off x="5712681" y="3284553"/>
              <a:ext cx="920297" cy="893919"/>
              <a:chOff x="5978930" y="5568471"/>
              <a:chExt cx="900000" cy="900000"/>
            </a:xfrm>
          </p:grpSpPr>
          <p:sp>
            <p:nvSpPr>
              <p:cNvPr id="919" name="Rectangle 1052">
                <a:extLst>
                  <a:ext uri="{FF2B5EF4-FFF2-40B4-BE49-F238E27FC236}">
                    <a16:creationId xmlns:a16="http://schemas.microsoft.com/office/drawing/2014/main" id="{D0BB37C1-9376-A4FA-5D1E-DE208E7B61F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978930" y="5568471"/>
                <a:ext cx="900000" cy="900000"/>
              </a:xfrm>
              <a:prstGeom prst="rect">
                <a:avLst/>
              </a:prstGeom>
              <a:solidFill>
                <a:srgbClr val="FBEADA"/>
              </a:solidFill>
              <a:ln w="12700"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altLang="ja-JP" sz="1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920" name="グループ化 919">
                <a:extLst>
                  <a:ext uri="{FF2B5EF4-FFF2-40B4-BE49-F238E27FC236}">
                    <a16:creationId xmlns:a16="http://schemas.microsoft.com/office/drawing/2014/main" id="{8CA62988-A88B-DB97-5705-ECCCDDA0BF3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016049" y="5608981"/>
                <a:ext cx="828000" cy="828000"/>
                <a:chOff x="4764619" y="1854439"/>
                <a:chExt cx="2643849" cy="1867106"/>
              </a:xfrm>
            </p:grpSpPr>
            <p:sp>
              <p:nvSpPr>
                <p:cNvPr id="921" name="Rectangle 24">
                  <a:extLst>
                    <a:ext uri="{FF2B5EF4-FFF2-40B4-BE49-F238E27FC236}">
                      <a16:creationId xmlns:a16="http://schemas.microsoft.com/office/drawing/2014/main" id="{3750C26C-5220-75FD-90CF-FE5782F0B930}"/>
                    </a:ext>
                  </a:extLst>
                </p:cNvPr>
                <p:cNvSpPr/>
                <p:nvPr/>
              </p:nvSpPr>
              <p:spPr>
                <a:xfrm>
                  <a:off x="4765255" y="185672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22" name="Rectangle 25">
                  <a:extLst>
                    <a:ext uri="{FF2B5EF4-FFF2-40B4-BE49-F238E27FC236}">
                      <a16:creationId xmlns:a16="http://schemas.microsoft.com/office/drawing/2014/main" id="{535C1E84-BF98-B2C7-FF39-50D3826957AB}"/>
                    </a:ext>
                  </a:extLst>
                </p:cNvPr>
                <p:cNvSpPr/>
                <p:nvPr/>
              </p:nvSpPr>
              <p:spPr>
                <a:xfrm>
                  <a:off x="4900588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23" name="Rectangle 26">
                  <a:extLst>
                    <a:ext uri="{FF2B5EF4-FFF2-40B4-BE49-F238E27FC236}">
                      <a16:creationId xmlns:a16="http://schemas.microsoft.com/office/drawing/2014/main" id="{E43B5B89-A830-BC92-F7A9-CC3D329D5F38}"/>
                    </a:ext>
                  </a:extLst>
                </p:cNvPr>
                <p:cNvSpPr/>
                <p:nvPr/>
              </p:nvSpPr>
              <p:spPr>
                <a:xfrm>
                  <a:off x="5096988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24" name="Rectangle 27">
                  <a:extLst>
                    <a:ext uri="{FF2B5EF4-FFF2-40B4-BE49-F238E27FC236}">
                      <a16:creationId xmlns:a16="http://schemas.microsoft.com/office/drawing/2014/main" id="{D04D46DE-C118-1DD1-2867-B2CA8343B7E1}"/>
                    </a:ext>
                  </a:extLst>
                </p:cNvPr>
                <p:cNvSpPr/>
                <p:nvPr/>
              </p:nvSpPr>
              <p:spPr>
                <a:xfrm>
                  <a:off x="5232958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25" name="Rectangle 28">
                  <a:extLst>
                    <a:ext uri="{FF2B5EF4-FFF2-40B4-BE49-F238E27FC236}">
                      <a16:creationId xmlns:a16="http://schemas.microsoft.com/office/drawing/2014/main" id="{CF49F381-B263-742F-13E6-8B580F469077}"/>
                    </a:ext>
                  </a:extLst>
                </p:cNvPr>
                <p:cNvSpPr/>
                <p:nvPr/>
              </p:nvSpPr>
              <p:spPr>
                <a:xfrm>
                  <a:off x="5429358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26" name="Rectangle 29">
                  <a:extLst>
                    <a:ext uri="{FF2B5EF4-FFF2-40B4-BE49-F238E27FC236}">
                      <a16:creationId xmlns:a16="http://schemas.microsoft.com/office/drawing/2014/main" id="{78C6F3F4-F331-3ADD-8B32-5E9BF5B08678}"/>
                    </a:ext>
                  </a:extLst>
                </p:cNvPr>
                <p:cNvSpPr/>
                <p:nvPr/>
              </p:nvSpPr>
              <p:spPr>
                <a:xfrm>
                  <a:off x="5565328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27" name="Rectangle 30">
                  <a:extLst>
                    <a:ext uri="{FF2B5EF4-FFF2-40B4-BE49-F238E27FC236}">
                      <a16:creationId xmlns:a16="http://schemas.microsoft.com/office/drawing/2014/main" id="{96350B7E-EBB9-45D7-E738-B330069A3E18}"/>
                    </a:ext>
                  </a:extLst>
                </p:cNvPr>
                <p:cNvSpPr/>
                <p:nvPr/>
              </p:nvSpPr>
              <p:spPr>
                <a:xfrm>
                  <a:off x="5761728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28" name="Rectangle 31">
                  <a:extLst>
                    <a:ext uri="{FF2B5EF4-FFF2-40B4-BE49-F238E27FC236}">
                      <a16:creationId xmlns:a16="http://schemas.microsoft.com/office/drawing/2014/main" id="{250D81DC-C2AB-928B-0AA2-9BEE2A9D56DD}"/>
                    </a:ext>
                  </a:extLst>
                </p:cNvPr>
                <p:cNvSpPr/>
                <p:nvPr/>
              </p:nvSpPr>
              <p:spPr>
                <a:xfrm>
                  <a:off x="5897697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29" name="Rectangle 32">
                  <a:extLst>
                    <a:ext uri="{FF2B5EF4-FFF2-40B4-BE49-F238E27FC236}">
                      <a16:creationId xmlns:a16="http://schemas.microsoft.com/office/drawing/2014/main" id="{B54B3929-EC42-1F71-5101-DACEAD73DBD9}"/>
                    </a:ext>
                  </a:extLst>
                </p:cNvPr>
                <p:cNvSpPr/>
                <p:nvPr/>
              </p:nvSpPr>
              <p:spPr>
                <a:xfrm>
                  <a:off x="6094098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30" name="Rectangle 33">
                  <a:extLst>
                    <a:ext uri="{FF2B5EF4-FFF2-40B4-BE49-F238E27FC236}">
                      <a16:creationId xmlns:a16="http://schemas.microsoft.com/office/drawing/2014/main" id="{1DD2582F-1359-3164-312E-AC50411B9E82}"/>
                    </a:ext>
                  </a:extLst>
                </p:cNvPr>
                <p:cNvSpPr/>
                <p:nvPr/>
              </p:nvSpPr>
              <p:spPr>
                <a:xfrm>
                  <a:off x="6230067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31" name="Rectangle 34">
                  <a:extLst>
                    <a:ext uri="{FF2B5EF4-FFF2-40B4-BE49-F238E27FC236}">
                      <a16:creationId xmlns:a16="http://schemas.microsoft.com/office/drawing/2014/main" id="{FDE293AA-1358-4FDF-CB4E-11C58491A4D8}"/>
                    </a:ext>
                  </a:extLst>
                </p:cNvPr>
                <p:cNvSpPr/>
                <p:nvPr/>
              </p:nvSpPr>
              <p:spPr>
                <a:xfrm>
                  <a:off x="6426467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32" name="Rectangle 35">
                  <a:extLst>
                    <a:ext uri="{FF2B5EF4-FFF2-40B4-BE49-F238E27FC236}">
                      <a16:creationId xmlns:a16="http://schemas.microsoft.com/office/drawing/2014/main" id="{D571A398-09D3-9AF8-96EE-DD3B4177CBA1}"/>
                    </a:ext>
                  </a:extLst>
                </p:cNvPr>
                <p:cNvSpPr/>
                <p:nvPr/>
              </p:nvSpPr>
              <p:spPr>
                <a:xfrm>
                  <a:off x="6562436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33" name="Rectangle 36">
                  <a:extLst>
                    <a:ext uri="{FF2B5EF4-FFF2-40B4-BE49-F238E27FC236}">
                      <a16:creationId xmlns:a16="http://schemas.microsoft.com/office/drawing/2014/main" id="{E39FC798-2BD6-BD32-0796-D9094E2422B8}"/>
                    </a:ext>
                  </a:extLst>
                </p:cNvPr>
                <p:cNvSpPr/>
                <p:nvPr/>
              </p:nvSpPr>
              <p:spPr>
                <a:xfrm>
                  <a:off x="6758836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34" name="Rectangle 37">
                  <a:extLst>
                    <a:ext uri="{FF2B5EF4-FFF2-40B4-BE49-F238E27FC236}">
                      <a16:creationId xmlns:a16="http://schemas.microsoft.com/office/drawing/2014/main" id="{EAE76E7F-5BF9-22B1-0027-C411B0C1F9E8}"/>
                    </a:ext>
                  </a:extLst>
                </p:cNvPr>
                <p:cNvSpPr/>
                <p:nvPr/>
              </p:nvSpPr>
              <p:spPr>
                <a:xfrm>
                  <a:off x="6894806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35" name="Rectangle 38">
                  <a:extLst>
                    <a:ext uri="{FF2B5EF4-FFF2-40B4-BE49-F238E27FC236}">
                      <a16:creationId xmlns:a16="http://schemas.microsoft.com/office/drawing/2014/main" id="{6B4121F9-7573-6660-2BDF-B9B76EAAF421}"/>
                    </a:ext>
                  </a:extLst>
                </p:cNvPr>
                <p:cNvSpPr/>
                <p:nvPr/>
              </p:nvSpPr>
              <p:spPr>
                <a:xfrm>
                  <a:off x="7091206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36" name="Rectangle 39">
                  <a:extLst>
                    <a:ext uri="{FF2B5EF4-FFF2-40B4-BE49-F238E27FC236}">
                      <a16:creationId xmlns:a16="http://schemas.microsoft.com/office/drawing/2014/main" id="{4F5194BF-E48F-15B3-9B17-D2EC8956AE5B}"/>
                    </a:ext>
                  </a:extLst>
                </p:cNvPr>
                <p:cNvSpPr/>
                <p:nvPr/>
              </p:nvSpPr>
              <p:spPr>
                <a:xfrm>
                  <a:off x="7227175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37" name="Rectangle 88">
                  <a:extLst>
                    <a:ext uri="{FF2B5EF4-FFF2-40B4-BE49-F238E27FC236}">
                      <a16:creationId xmlns:a16="http://schemas.microsoft.com/office/drawing/2014/main" id="{3BB70CAA-1A65-AC09-0946-A7B0FBE7FFC0}"/>
                    </a:ext>
                  </a:extLst>
                </p:cNvPr>
                <p:cNvSpPr/>
                <p:nvPr/>
              </p:nvSpPr>
              <p:spPr>
                <a:xfrm>
                  <a:off x="4764619" y="2085888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38" name="Rectangle 89">
                  <a:extLst>
                    <a:ext uri="{FF2B5EF4-FFF2-40B4-BE49-F238E27FC236}">
                      <a16:creationId xmlns:a16="http://schemas.microsoft.com/office/drawing/2014/main" id="{36768256-A8B8-7A6E-7C45-A0EEA1F7EEFE}"/>
                    </a:ext>
                  </a:extLst>
                </p:cNvPr>
                <p:cNvSpPr/>
                <p:nvPr/>
              </p:nvSpPr>
              <p:spPr>
                <a:xfrm>
                  <a:off x="4900588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39" name="Rectangle 90">
                  <a:extLst>
                    <a:ext uri="{FF2B5EF4-FFF2-40B4-BE49-F238E27FC236}">
                      <a16:creationId xmlns:a16="http://schemas.microsoft.com/office/drawing/2014/main" id="{1D714B53-F32A-976B-CD23-3D00B9499F65}"/>
                    </a:ext>
                  </a:extLst>
                </p:cNvPr>
                <p:cNvSpPr/>
                <p:nvPr/>
              </p:nvSpPr>
              <p:spPr>
                <a:xfrm>
                  <a:off x="5096988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40" name="Rectangle 91">
                  <a:extLst>
                    <a:ext uri="{FF2B5EF4-FFF2-40B4-BE49-F238E27FC236}">
                      <a16:creationId xmlns:a16="http://schemas.microsoft.com/office/drawing/2014/main" id="{0EDD17D2-9DE8-28CD-134A-08E0C076C7D3}"/>
                    </a:ext>
                  </a:extLst>
                </p:cNvPr>
                <p:cNvSpPr/>
                <p:nvPr/>
              </p:nvSpPr>
              <p:spPr>
                <a:xfrm>
                  <a:off x="5232958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41" name="Rectangle 92">
                  <a:extLst>
                    <a:ext uri="{FF2B5EF4-FFF2-40B4-BE49-F238E27FC236}">
                      <a16:creationId xmlns:a16="http://schemas.microsoft.com/office/drawing/2014/main" id="{01B3D893-F542-1D15-646B-4AD69339BD3F}"/>
                    </a:ext>
                  </a:extLst>
                </p:cNvPr>
                <p:cNvSpPr/>
                <p:nvPr/>
              </p:nvSpPr>
              <p:spPr>
                <a:xfrm>
                  <a:off x="5429358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42" name="Rectangle 93">
                  <a:extLst>
                    <a:ext uri="{FF2B5EF4-FFF2-40B4-BE49-F238E27FC236}">
                      <a16:creationId xmlns:a16="http://schemas.microsoft.com/office/drawing/2014/main" id="{D081ED34-3893-804E-9008-F6B64CEA136A}"/>
                    </a:ext>
                  </a:extLst>
                </p:cNvPr>
                <p:cNvSpPr/>
                <p:nvPr/>
              </p:nvSpPr>
              <p:spPr>
                <a:xfrm>
                  <a:off x="5565328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43" name="Rectangle 94">
                  <a:extLst>
                    <a:ext uri="{FF2B5EF4-FFF2-40B4-BE49-F238E27FC236}">
                      <a16:creationId xmlns:a16="http://schemas.microsoft.com/office/drawing/2014/main" id="{77E6D0B8-CFEC-F379-EF13-503F413A081A}"/>
                    </a:ext>
                  </a:extLst>
                </p:cNvPr>
                <p:cNvSpPr/>
                <p:nvPr/>
              </p:nvSpPr>
              <p:spPr>
                <a:xfrm>
                  <a:off x="5761728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44" name="Rectangle 95">
                  <a:extLst>
                    <a:ext uri="{FF2B5EF4-FFF2-40B4-BE49-F238E27FC236}">
                      <a16:creationId xmlns:a16="http://schemas.microsoft.com/office/drawing/2014/main" id="{332B3518-1399-FD25-60F7-745944544E90}"/>
                    </a:ext>
                  </a:extLst>
                </p:cNvPr>
                <p:cNvSpPr/>
                <p:nvPr/>
              </p:nvSpPr>
              <p:spPr>
                <a:xfrm>
                  <a:off x="5897697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45" name="Rectangle 96">
                  <a:extLst>
                    <a:ext uri="{FF2B5EF4-FFF2-40B4-BE49-F238E27FC236}">
                      <a16:creationId xmlns:a16="http://schemas.microsoft.com/office/drawing/2014/main" id="{6409D788-3D2D-F9DF-0A63-4A3ED394BB96}"/>
                    </a:ext>
                  </a:extLst>
                </p:cNvPr>
                <p:cNvSpPr/>
                <p:nvPr/>
              </p:nvSpPr>
              <p:spPr>
                <a:xfrm>
                  <a:off x="6094098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46" name="Rectangle 97">
                  <a:extLst>
                    <a:ext uri="{FF2B5EF4-FFF2-40B4-BE49-F238E27FC236}">
                      <a16:creationId xmlns:a16="http://schemas.microsoft.com/office/drawing/2014/main" id="{C9D5E8E3-EF08-AC76-F37F-F3C0F52A4D71}"/>
                    </a:ext>
                  </a:extLst>
                </p:cNvPr>
                <p:cNvSpPr/>
                <p:nvPr/>
              </p:nvSpPr>
              <p:spPr>
                <a:xfrm>
                  <a:off x="6230067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47" name="Rectangle 98">
                  <a:extLst>
                    <a:ext uri="{FF2B5EF4-FFF2-40B4-BE49-F238E27FC236}">
                      <a16:creationId xmlns:a16="http://schemas.microsoft.com/office/drawing/2014/main" id="{438005F9-46C1-9FD2-AB40-76D1516E3FDB}"/>
                    </a:ext>
                  </a:extLst>
                </p:cNvPr>
                <p:cNvSpPr/>
                <p:nvPr/>
              </p:nvSpPr>
              <p:spPr>
                <a:xfrm>
                  <a:off x="6426467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48" name="Rectangle 99">
                  <a:extLst>
                    <a:ext uri="{FF2B5EF4-FFF2-40B4-BE49-F238E27FC236}">
                      <a16:creationId xmlns:a16="http://schemas.microsoft.com/office/drawing/2014/main" id="{D72899E6-C157-2439-610D-9CAFCC14AD1C}"/>
                    </a:ext>
                  </a:extLst>
                </p:cNvPr>
                <p:cNvSpPr/>
                <p:nvPr/>
              </p:nvSpPr>
              <p:spPr>
                <a:xfrm>
                  <a:off x="6562436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49" name="Rectangle 100">
                  <a:extLst>
                    <a:ext uri="{FF2B5EF4-FFF2-40B4-BE49-F238E27FC236}">
                      <a16:creationId xmlns:a16="http://schemas.microsoft.com/office/drawing/2014/main" id="{24060F58-E700-66C2-376B-B976C75422A6}"/>
                    </a:ext>
                  </a:extLst>
                </p:cNvPr>
                <p:cNvSpPr/>
                <p:nvPr/>
              </p:nvSpPr>
              <p:spPr>
                <a:xfrm>
                  <a:off x="6758836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50" name="Rectangle 101">
                  <a:extLst>
                    <a:ext uri="{FF2B5EF4-FFF2-40B4-BE49-F238E27FC236}">
                      <a16:creationId xmlns:a16="http://schemas.microsoft.com/office/drawing/2014/main" id="{E22F8658-A1D7-4ED9-F132-916E449D419F}"/>
                    </a:ext>
                  </a:extLst>
                </p:cNvPr>
                <p:cNvSpPr/>
                <p:nvPr/>
              </p:nvSpPr>
              <p:spPr>
                <a:xfrm>
                  <a:off x="6894806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51" name="Rectangle 102">
                  <a:extLst>
                    <a:ext uri="{FF2B5EF4-FFF2-40B4-BE49-F238E27FC236}">
                      <a16:creationId xmlns:a16="http://schemas.microsoft.com/office/drawing/2014/main" id="{80F0E9C4-E4A5-2565-9F1C-5A893C8D7406}"/>
                    </a:ext>
                  </a:extLst>
                </p:cNvPr>
                <p:cNvSpPr/>
                <p:nvPr/>
              </p:nvSpPr>
              <p:spPr>
                <a:xfrm>
                  <a:off x="7091206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52" name="Rectangle 103">
                  <a:extLst>
                    <a:ext uri="{FF2B5EF4-FFF2-40B4-BE49-F238E27FC236}">
                      <a16:creationId xmlns:a16="http://schemas.microsoft.com/office/drawing/2014/main" id="{0A2D5C19-0CDB-91FC-AFE9-B179BF03A1EB}"/>
                    </a:ext>
                  </a:extLst>
                </p:cNvPr>
                <p:cNvSpPr/>
                <p:nvPr/>
              </p:nvSpPr>
              <p:spPr>
                <a:xfrm>
                  <a:off x="7227175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53" name="Rectangle 24">
                  <a:extLst>
                    <a:ext uri="{FF2B5EF4-FFF2-40B4-BE49-F238E27FC236}">
                      <a16:creationId xmlns:a16="http://schemas.microsoft.com/office/drawing/2014/main" id="{BD9B6DB2-C4F5-E060-B204-BDE1415C367A}"/>
                    </a:ext>
                  </a:extLst>
                </p:cNvPr>
                <p:cNvSpPr/>
                <p:nvPr/>
              </p:nvSpPr>
              <p:spPr>
                <a:xfrm>
                  <a:off x="4765255" y="23361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54" name="Rectangle 25">
                  <a:extLst>
                    <a:ext uri="{FF2B5EF4-FFF2-40B4-BE49-F238E27FC236}">
                      <a16:creationId xmlns:a16="http://schemas.microsoft.com/office/drawing/2014/main" id="{EEC62D8F-D43B-AA31-5B92-166AA910479F}"/>
                    </a:ext>
                  </a:extLst>
                </p:cNvPr>
                <p:cNvSpPr/>
                <p:nvPr/>
              </p:nvSpPr>
              <p:spPr>
                <a:xfrm>
                  <a:off x="4900588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55" name="Rectangle 26">
                  <a:extLst>
                    <a:ext uri="{FF2B5EF4-FFF2-40B4-BE49-F238E27FC236}">
                      <a16:creationId xmlns:a16="http://schemas.microsoft.com/office/drawing/2014/main" id="{670A6989-B396-97C7-447F-F06920B43F34}"/>
                    </a:ext>
                  </a:extLst>
                </p:cNvPr>
                <p:cNvSpPr/>
                <p:nvPr/>
              </p:nvSpPr>
              <p:spPr>
                <a:xfrm>
                  <a:off x="5096988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56" name="Rectangle 27">
                  <a:extLst>
                    <a:ext uri="{FF2B5EF4-FFF2-40B4-BE49-F238E27FC236}">
                      <a16:creationId xmlns:a16="http://schemas.microsoft.com/office/drawing/2014/main" id="{C091F78C-476C-CAAB-3FBA-B95C551740D1}"/>
                    </a:ext>
                  </a:extLst>
                </p:cNvPr>
                <p:cNvSpPr/>
                <p:nvPr/>
              </p:nvSpPr>
              <p:spPr>
                <a:xfrm>
                  <a:off x="5232958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57" name="Rectangle 28">
                  <a:extLst>
                    <a:ext uri="{FF2B5EF4-FFF2-40B4-BE49-F238E27FC236}">
                      <a16:creationId xmlns:a16="http://schemas.microsoft.com/office/drawing/2014/main" id="{64151433-15C5-F2F6-B795-D18F6A152FF0}"/>
                    </a:ext>
                  </a:extLst>
                </p:cNvPr>
                <p:cNvSpPr/>
                <p:nvPr/>
              </p:nvSpPr>
              <p:spPr>
                <a:xfrm>
                  <a:off x="5429358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58" name="Rectangle 29">
                  <a:extLst>
                    <a:ext uri="{FF2B5EF4-FFF2-40B4-BE49-F238E27FC236}">
                      <a16:creationId xmlns:a16="http://schemas.microsoft.com/office/drawing/2014/main" id="{EA16418E-0B53-96BF-FCCA-E306104A2864}"/>
                    </a:ext>
                  </a:extLst>
                </p:cNvPr>
                <p:cNvSpPr/>
                <p:nvPr/>
              </p:nvSpPr>
              <p:spPr>
                <a:xfrm>
                  <a:off x="5565328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59" name="Rectangle 30">
                  <a:extLst>
                    <a:ext uri="{FF2B5EF4-FFF2-40B4-BE49-F238E27FC236}">
                      <a16:creationId xmlns:a16="http://schemas.microsoft.com/office/drawing/2014/main" id="{DBA896B2-8F4F-CF9E-30CA-C47CDCAB6BF4}"/>
                    </a:ext>
                  </a:extLst>
                </p:cNvPr>
                <p:cNvSpPr/>
                <p:nvPr/>
              </p:nvSpPr>
              <p:spPr>
                <a:xfrm>
                  <a:off x="5761728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0" name="Rectangle 31">
                  <a:extLst>
                    <a:ext uri="{FF2B5EF4-FFF2-40B4-BE49-F238E27FC236}">
                      <a16:creationId xmlns:a16="http://schemas.microsoft.com/office/drawing/2014/main" id="{70CDFD40-188F-93FF-0DC9-E18FEF4C70C4}"/>
                    </a:ext>
                  </a:extLst>
                </p:cNvPr>
                <p:cNvSpPr/>
                <p:nvPr/>
              </p:nvSpPr>
              <p:spPr>
                <a:xfrm>
                  <a:off x="5897697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1" name="Rectangle 32">
                  <a:extLst>
                    <a:ext uri="{FF2B5EF4-FFF2-40B4-BE49-F238E27FC236}">
                      <a16:creationId xmlns:a16="http://schemas.microsoft.com/office/drawing/2014/main" id="{2449BE9E-C5DC-C048-995C-C29077E2C8E3}"/>
                    </a:ext>
                  </a:extLst>
                </p:cNvPr>
                <p:cNvSpPr/>
                <p:nvPr/>
              </p:nvSpPr>
              <p:spPr>
                <a:xfrm>
                  <a:off x="6094098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2" name="Rectangle 33">
                  <a:extLst>
                    <a:ext uri="{FF2B5EF4-FFF2-40B4-BE49-F238E27FC236}">
                      <a16:creationId xmlns:a16="http://schemas.microsoft.com/office/drawing/2014/main" id="{22D38D3E-2629-FB29-1590-36DFC5D8EB42}"/>
                    </a:ext>
                  </a:extLst>
                </p:cNvPr>
                <p:cNvSpPr/>
                <p:nvPr/>
              </p:nvSpPr>
              <p:spPr>
                <a:xfrm>
                  <a:off x="6230067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3" name="Rectangle 34">
                  <a:extLst>
                    <a:ext uri="{FF2B5EF4-FFF2-40B4-BE49-F238E27FC236}">
                      <a16:creationId xmlns:a16="http://schemas.microsoft.com/office/drawing/2014/main" id="{FCA0054D-760D-30F0-DA94-21B4FF5BFF83}"/>
                    </a:ext>
                  </a:extLst>
                </p:cNvPr>
                <p:cNvSpPr/>
                <p:nvPr/>
              </p:nvSpPr>
              <p:spPr>
                <a:xfrm>
                  <a:off x="6426467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4" name="Rectangle 35">
                  <a:extLst>
                    <a:ext uri="{FF2B5EF4-FFF2-40B4-BE49-F238E27FC236}">
                      <a16:creationId xmlns:a16="http://schemas.microsoft.com/office/drawing/2014/main" id="{4CC1922C-D5F0-101A-24D3-FD987A50C5F0}"/>
                    </a:ext>
                  </a:extLst>
                </p:cNvPr>
                <p:cNvSpPr/>
                <p:nvPr/>
              </p:nvSpPr>
              <p:spPr>
                <a:xfrm>
                  <a:off x="6562436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5" name="Rectangle 36">
                  <a:extLst>
                    <a:ext uri="{FF2B5EF4-FFF2-40B4-BE49-F238E27FC236}">
                      <a16:creationId xmlns:a16="http://schemas.microsoft.com/office/drawing/2014/main" id="{C53D8B16-9377-FCE3-6B1B-53E33AE0D50D}"/>
                    </a:ext>
                  </a:extLst>
                </p:cNvPr>
                <p:cNvSpPr/>
                <p:nvPr/>
              </p:nvSpPr>
              <p:spPr>
                <a:xfrm>
                  <a:off x="6758836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6" name="Rectangle 37">
                  <a:extLst>
                    <a:ext uri="{FF2B5EF4-FFF2-40B4-BE49-F238E27FC236}">
                      <a16:creationId xmlns:a16="http://schemas.microsoft.com/office/drawing/2014/main" id="{06369328-DA84-4AFC-CB85-55D99E8B1F43}"/>
                    </a:ext>
                  </a:extLst>
                </p:cNvPr>
                <p:cNvSpPr/>
                <p:nvPr/>
              </p:nvSpPr>
              <p:spPr>
                <a:xfrm>
                  <a:off x="6894806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7" name="Rectangle 38">
                  <a:extLst>
                    <a:ext uri="{FF2B5EF4-FFF2-40B4-BE49-F238E27FC236}">
                      <a16:creationId xmlns:a16="http://schemas.microsoft.com/office/drawing/2014/main" id="{7ED37DDA-193C-FAD7-716A-FFFF834ACB8B}"/>
                    </a:ext>
                  </a:extLst>
                </p:cNvPr>
                <p:cNvSpPr/>
                <p:nvPr/>
              </p:nvSpPr>
              <p:spPr>
                <a:xfrm>
                  <a:off x="7091206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8" name="Rectangle 39">
                  <a:extLst>
                    <a:ext uri="{FF2B5EF4-FFF2-40B4-BE49-F238E27FC236}">
                      <a16:creationId xmlns:a16="http://schemas.microsoft.com/office/drawing/2014/main" id="{E2F52ED8-1FEF-3DD0-B6F3-B8FF3614F4B7}"/>
                    </a:ext>
                  </a:extLst>
                </p:cNvPr>
                <p:cNvSpPr/>
                <p:nvPr/>
              </p:nvSpPr>
              <p:spPr>
                <a:xfrm>
                  <a:off x="7227175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9" name="Rectangle 88">
                  <a:extLst>
                    <a:ext uri="{FF2B5EF4-FFF2-40B4-BE49-F238E27FC236}">
                      <a16:creationId xmlns:a16="http://schemas.microsoft.com/office/drawing/2014/main" id="{8F7F9AE7-4386-A42C-6B16-4CA0CA8198A9}"/>
                    </a:ext>
                  </a:extLst>
                </p:cNvPr>
                <p:cNvSpPr/>
                <p:nvPr/>
              </p:nvSpPr>
              <p:spPr>
                <a:xfrm>
                  <a:off x="4764619" y="2565304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70" name="Rectangle 89">
                  <a:extLst>
                    <a:ext uri="{FF2B5EF4-FFF2-40B4-BE49-F238E27FC236}">
                      <a16:creationId xmlns:a16="http://schemas.microsoft.com/office/drawing/2014/main" id="{B0D36988-8498-BD17-5AB8-54C20A916A61}"/>
                    </a:ext>
                  </a:extLst>
                </p:cNvPr>
                <p:cNvSpPr/>
                <p:nvPr/>
              </p:nvSpPr>
              <p:spPr>
                <a:xfrm>
                  <a:off x="4900588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71" name="Rectangle 90">
                  <a:extLst>
                    <a:ext uri="{FF2B5EF4-FFF2-40B4-BE49-F238E27FC236}">
                      <a16:creationId xmlns:a16="http://schemas.microsoft.com/office/drawing/2014/main" id="{64411167-E6A4-1AC5-2C12-715DEC6C9DDF}"/>
                    </a:ext>
                  </a:extLst>
                </p:cNvPr>
                <p:cNvSpPr/>
                <p:nvPr/>
              </p:nvSpPr>
              <p:spPr>
                <a:xfrm>
                  <a:off x="5096988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72" name="Rectangle 91">
                  <a:extLst>
                    <a:ext uri="{FF2B5EF4-FFF2-40B4-BE49-F238E27FC236}">
                      <a16:creationId xmlns:a16="http://schemas.microsoft.com/office/drawing/2014/main" id="{3BEE3BBA-D3E4-4AEE-EE9A-411E3C62896B}"/>
                    </a:ext>
                  </a:extLst>
                </p:cNvPr>
                <p:cNvSpPr/>
                <p:nvPr/>
              </p:nvSpPr>
              <p:spPr>
                <a:xfrm>
                  <a:off x="5232958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73" name="Rectangle 92">
                  <a:extLst>
                    <a:ext uri="{FF2B5EF4-FFF2-40B4-BE49-F238E27FC236}">
                      <a16:creationId xmlns:a16="http://schemas.microsoft.com/office/drawing/2014/main" id="{A715C1BF-360F-3CD9-C3C6-893520A611C4}"/>
                    </a:ext>
                  </a:extLst>
                </p:cNvPr>
                <p:cNvSpPr/>
                <p:nvPr/>
              </p:nvSpPr>
              <p:spPr>
                <a:xfrm>
                  <a:off x="5429358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74" name="Rectangle 93">
                  <a:extLst>
                    <a:ext uri="{FF2B5EF4-FFF2-40B4-BE49-F238E27FC236}">
                      <a16:creationId xmlns:a16="http://schemas.microsoft.com/office/drawing/2014/main" id="{5384B373-5D0E-2384-3CE5-CFBACAFCE776}"/>
                    </a:ext>
                  </a:extLst>
                </p:cNvPr>
                <p:cNvSpPr/>
                <p:nvPr/>
              </p:nvSpPr>
              <p:spPr>
                <a:xfrm>
                  <a:off x="5565328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75" name="Rectangle 94">
                  <a:extLst>
                    <a:ext uri="{FF2B5EF4-FFF2-40B4-BE49-F238E27FC236}">
                      <a16:creationId xmlns:a16="http://schemas.microsoft.com/office/drawing/2014/main" id="{B654BFC1-AD79-1F12-85A1-57ABF1D36829}"/>
                    </a:ext>
                  </a:extLst>
                </p:cNvPr>
                <p:cNvSpPr/>
                <p:nvPr/>
              </p:nvSpPr>
              <p:spPr>
                <a:xfrm>
                  <a:off x="5761728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76" name="Rectangle 95">
                  <a:extLst>
                    <a:ext uri="{FF2B5EF4-FFF2-40B4-BE49-F238E27FC236}">
                      <a16:creationId xmlns:a16="http://schemas.microsoft.com/office/drawing/2014/main" id="{F0C26DD3-B33E-360D-A1DB-EF860648A19B}"/>
                    </a:ext>
                  </a:extLst>
                </p:cNvPr>
                <p:cNvSpPr/>
                <p:nvPr/>
              </p:nvSpPr>
              <p:spPr>
                <a:xfrm>
                  <a:off x="5897697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77" name="Rectangle 96">
                  <a:extLst>
                    <a:ext uri="{FF2B5EF4-FFF2-40B4-BE49-F238E27FC236}">
                      <a16:creationId xmlns:a16="http://schemas.microsoft.com/office/drawing/2014/main" id="{A0FC301D-E0E4-0FC3-5A86-3D6F44084169}"/>
                    </a:ext>
                  </a:extLst>
                </p:cNvPr>
                <p:cNvSpPr/>
                <p:nvPr/>
              </p:nvSpPr>
              <p:spPr>
                <a:xfrm>
                  <a:off x="6094098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78" name="Rectangle 97">
                  <a:extLst>
                    <a:ext uri="{FF2B5EF4-FFF2-40B4-BE49-F238E27FC236}">
                      <a16:creationId xmlns:a16="http://schemas.microsoft.com/office/drawing/2014/main" id="{CDC6AB7B-CBB0-DE24-9189-C603EF6CF558}"/>
                    </a:ext>
                  </a:extLst>
                </p:cNvPr>
                <p:cNvSpPr/>
                <p:nvPr/>
              </p:nvSpPr>
              <p:spPr>
                <a:xfrm>
                  <a:off x="6230067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79" name="Rectangle 98">
                  <a:extLst>
                    <a:ext uri="{FF2B5EF4-FFF2-40B4-BE49-F238E27FC236}">
                      <a16:creationId xmlns:a16="http://schemas.microsoft.com/office/drawing/2014/main" id="{B131F6FD-B336-AD98-4C49-7B238B6D7FAF}"/>
                    </a:ext>
                  </a:extLst>
                </p:cNvPr>
                <p:cNvSpPr/>
                <p:nvPr/>
              </p:nvSpPr>
              <p:spPr>
                <a:xfrm>
                  <a:off x="6426467" y="2576057"/>
                  <a:ext cx="226616" cy="145321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80" name="Rectangle 99">
                  <a:extLst>
                    <a:ext uri="{FF2B5EF4-FFF2-40B4-BE49-F238E27FC236}">
                      <a16:creationId xmlns:a16="http://schemas.microsoft.com/office/drawing/2014/main" id="{21B07770-A26B-9FBA-2DED-60119BD9BAE0}"/>
                    </a:ext>
                  </a:extLst>
                </p:cNvPr>
                <p:cNvSpPr/>
                <p:nvPr/>
              </p:nvSpPr>
              <p:spPr>
                <a:xfrm>
                  <a:off x="6562436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81" name="Rectangle 100">
                  <a:extLst>
                    <a:ext uri="{FF2B5EF4-FFF2-40B4-BE49-F238E27FC236}">
                      <a16:creationId xmlns:a16="http://schemas.microsoft.com/office/drawing/2014/main" id="{4B91FE74-99B9-EEA6-2976-24B3101A0526}"/>
                    </a:ext>
                  </a:extLst>
                </p:cNvPr>
                <p:cNvSpPr/>
                <p:nvPr/>
              </p:nvSpPr>
              <p:spPr>
                <a:xfrm>
                  <a:off x="6758836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82" name="Rectangle 101">
                  <a:extLst>
                    <a:ext uri="{FF2B5EF4-FFF2-40B4-BE49-F238E27FC236}">
                      <a16:creationId xmlns:a16="http://schemas.microsoft.com/office/drawing/2014/main" id="{36D1D631-39FE-6E5B-0EB0-B50BA74201D5}"/>
                    </a:ext>
                  </a:extLst>
                </p:cNvPr>
                <p:cNvSpPr/>
                <p:nvPr/>
              </p:nvSpPr>
              <p:spPr>
                <a:xfrm>
                  <a:off x="6894806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83" name="Rectangle 102">
                  <a:extLst>
                    <a:ext uri="{FF2B5EF4-FFF2-40B4-BE49-F238E27FC236}">
                      <a16:creationId xmlns:a16="http://schemas.microsoft.com/office/drawing/2014/main" id="{AA6D38BB-421D-81BA-5C56-83562FE6FD29}"/>
                    </a:ext>
                  </a:extLst>
                </p:cNvPr>
                <p:cNvSpPr/>
                <p:nvPr/>
              </p:nvSpPr>
              <p:spPr>
                <a:xfrm>
                  <a:off x="7091206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84" name="Rectangle 103">
                  <a:extLst>
                    <a:ext uri="{FF2B5EF4-FFF2-40B4-BE49-F238E27FC236}">
                      <a16:creationId xmlns:a16="http://schemas.microsoft.com/office/drawing/2014/main" id="{B875EEF5-3F88-4D21-8ABB-DB5F69815BC5}"/>
                    </a:ext>
                  </a:extLst>
                </p:cNvPr>
                <p:cNvSpPr/>
                <p:nvPr/>
              </p:nvSpPr>
              <p:spPr>
                <a:xfrm>
                  <a:off x="7227175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85" name="Rectangle 24">
                  <a:extLst>
                    <a:ext uri="{FF2B5EF4-FFF2-40B4-BE49-F238E27FC236}">
                      <a16:creationId xmlns:a16="http://schemas.microsoft.com/office/drawing/2014/main" id="{B395770C-CF31-CB3C-4BCD-DF987B6C1189}"/>
                    </a:ext>
                  </a:extLst>
                </p:cNvPr>
                <p:cNvSpPr/>
                <p:nvPr/>
              </p:nvSpPr>
              <p:spPr>
                <a:xfrm>
                  <a:off x="4765255" y="280951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86" name="Rectangle 25">
                  <a:extLst>
                    <a:ext uri="{FF2B5EF4-FFF2-40B4-BE49-F238E27FC236}">
                      <a16:creationId xmlns:a16="http://schemas.microsoft.com/office/drawing/2014/main" id="{2096F4E5-A150-0E20-BCFA-6AAD5A3E34E0}"/>
                    </a:ext>
                  </a:extLst>
                </p:cNvPr>
                <p:cNvSpPr/>
                <p:nvPr/>
              </p:nvSpPr>
              <p:spPr>
                <a:xfrm>
                  <a:off x="4900588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87" name="Rectangle 26">
                  <a:extLst>
                    <a:ext uri="{FF2B5EF4-FFF2-40B4-BE49-F238E27FC236}">
                      <a16:creationId xmlns:a16="http://schemas.microsoft.com/office/drawing/2014/main" id="{DEF1439D-04C6-7888-C407-0DE5A17FAC42}"/>
                    </a:ext>
                  </a:extLst>
                </p:cNvPr>
                <p:cNvSpPr/>
                <p:nvPr/>
              </p:nvSpPr>
              <p:spPr>
                <a:xfrm>
                  <a:off x="5096988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88" name="Rectangle 27">
                  <a:extLst>
                    <a:ext uri="{FF2B5EF4-FFF2-40B4-BE49-F238E27FC236}">
                      <a16:creationId xmlns:a16="http://schemas.microsoft.com/office/drawing/2014/main" id="{2A608426-3679-C467-4772-40796793D7F9}"/>
                    </a:ext>
                  </a:extLst>
                </p:cNvPr>
                <p:cNvSpPr/>
                <p:nvPr/>
              </p:nvSpPr>
              <p:spPr>
                <a:xfrm>
                  <a:off x="5232958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89" name="Rectangle 28">
                  <a:extLst>
                    <a:ext uri="{FF2B5EF4-FFF2-40B4-BE49-F238E27FC236}">
                      <a16:creationId xmlns:a16="http://schemas.microsoft.com/office/drawing/2014/main" id="{9D73C2A9-77F2-803E-12DA-1605680F19E6}"/>
                    </a:ext>
                  </a:extLst>
                </p:cNvPr>
                <p:cNvSpPr/>
                <p:nvPr/>
              </p:nvSpPr>
              <p:spPr>
                <a:xfrm>
                  <a:off x="5429358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90" name="Rectangle 29">
                  <a:extLst>
                    <a:ext uri="{FF2B5EF4-FFF2-40B4-BE49-F238E27FC236}">
                      <a16:creationId xmlns:a16="http://schemas.microsoft.com/office/drawing/2014/main" id="{2F84E0C5-034D-CA2A-AD6C-6216273E12B0}"/>
                    </a:ext>
                  </a:extLst>
                </p:cNvPr>
                <p:cNvSpPr/>
                <p:nvPr/>
              </p:nvSpPr>
              <p:spPr>
                <a:xfrm>
                  <a:off x="5565328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91" name="Rectangle 30">
                  <a:extLst>
                    <a:ext uri="{FF2B5EF4-FFF2-40B4-BE49-F238E27FC236}">
                      <a16:creationId xmlns:a16="http://schemas.microsoft.com/office/drawing/2014/main" id="{DD361135-5226-E6B0-9CF4-B1EDE531B3F2}"/>
                    </a:ext>
                  </a:extLst>
                </p:cNvPr>
                <p:cNvSpPr/>
                <p:nvPr/>
              </p:nvSpPr>
              <p:spPr>
                <a:xfrm>
                  <a:off x="5761728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92" name="Rectangle 31">
                  <a:extLst>
                    <a:ext uri="{FF2B5EF4-FFF2-40B4-BE49-F238E27FC236}">
                      <a16:creationId xmlns:a16="http://schemas.microsoft.com/office/drawing/2014/main" id="{54113157-B8F4-041A-34AF-52281C06DDB9}"/>
                    </a:ext>
                  </a:extLst>
                </p:cNvPr>
                <p:cNvSpPr/>
                <p:nvPr/>
              </p:nvSpPr>
              <p:spPr>
                <a:xfrm>
                  <a:off x="5897697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93" name="Rectangle 32">
                  <a:extLst>
                    <a:ext uri="{FF2B5EF4-FFF2-40B4-BE49-F238E27FC236}">
                      <a16:creationId xmlns:a16="http://schemas.microsoft.com/office/drawing/2014/main" id="{652FBC20-9FA5-DBE5-D6D2-D698C2C33DB4}"/>
                    </a:ext>
                  </a:extLst>
                </p:cNvPr>
                <p:cNvSpPr/>
                <p:nvPr/>
              </p:nvSpPr>
              <p:spPr>
                <a:xfrm>
                  <a:off x="6094098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94" name="Rectangle 33">
                  <a:extLst>
                    <a:ext uri="{FF2B5EF4-FFF2-40B4-BE49-F238E27FC236}">
                      <a16:creationId xmlns:a16="http://schemas.microsoft.com/office/drawing/2014/main" id="{CE3A573F-605C-A115-4D96-1B10EFC2F4E1}"/>
                    </a:ext>
                  </a:extLst>
                </p:cNvPr>
                <p:cNvSpPr/>
                <p:nvPr/>
              </p:nvSpPr>
              <p:spPr>
                <a:xfrm>
                  <a:off x="6230067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95" name="Rectangle 34">
                  <a:extLst>
                    <a:ext uri="{FF2B5EF4-FFF2-40B4-BE49-F238E27FC236}">
                      <a16:creationId xmlns:a16="http://schemas.microsoft.com/office/drawing/2014/main" id="{FD69EAB1-31B6-C0D8-F92B-E2AC115CBE00}"/>
                    </a:ext>
                  </a:extLst>
                </p:cNvPr>
                <p:cNvSpPr/>
                <p:nvPr/>
              </p:nvSpPr>
              <p:spPr>
                <a:xfrm>
                  <a:off x="6426467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96" name="Rectangle 35">
                  <a:extLst>
                    <a:ext uri="{FF2B5EF4-FFF2-40B4-BE49-F238E27FC236}">
                      <a16:creationId xmlns:a16="http://schemas.microsoft.com/office/drawing/2014/main" id="{76B2DFFD-CC80-09DD-3EAE-3A2552835EF9}"/>
                    </a:ext>
                  </a:extLst>
                </p:cNvPr>
                <p:cNvSpPr/>
                <p:nvPr/>
              </p:nvSpPr>
              <p:spPr>
                <a:xfrm>
                  <a:off x="6562436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97" name="Rectangle 36">
                  <a:extLst>
                    <a:ext uri="{FF2B5EF4-FFF2-40B4-BE49-F238E27FC236}">
                      <a16:creationId xmlns:a16="http://schemas.microsoft.com/office/drawing/2014/main" id="{7719526F-635E-8430-DC82-AD8021DDCD97}"/>
                    </a:ext>
                  </a:extLst>
                </p:cNvPr>
                <p:cNvSpPr/>
                <p:nvPr/>
              </p:nvSpPr>
              <p:spPr>
                <a:xfrm>
                  <a:off x="6758836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98" name="Rectangle 37">
                  <a:extLst>
                    <a:ext uri="{FF2B5EF4-FFF2-40B4-BE49-F238E27FC236}">
                      <a16:creationId xmlns:a16="http://schemas.microsoft.com/office/drawing/2014/main" id="{17D611DC-2D19-5A37-163D-546727D2F814}"/>
                    </a:ext>
                  </a:extLst>
                </p:cNvPr>
                <p:cNvSpPr/>
                <p:nvPr/>
              </p:nvSpPr>
              <p:spPr>
                <a:xfrm>
                  <a:off x="6894806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99" name="Rectangle 38">
                  <a:extLst>
                    <a:ext uri="{FF2B5EF4-FFF2-40B4-BE49-F238E27FC236}">
                      <a16:creationId xmlns:a16="http://schemas.microsoft.com/office/drawing/2014/main" id="{BEA1C284-514C-C168-05F1-5937D1BC02D0}"/>
                    </a:ext>
                  </a:extLst>
                </p:cNvPr>
                <p:cNvSpPr/>
                <p:nvPr/>
              </p:nvSpPr>
              <p:spPr>
                <a:xfrm>
                  <a:off x="7091206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00" name="Rectangle 39">
                  <a:extLst>
                    <a:ext uri="{FF2B5EF4-FFF2-40B4-BE49-F238E27FC236}">
                      <a16:creationId xmlns:a16="http://schemas.microsoft.com/office/drawing/2014/main" id="{57D37DE2-E6FF-28E4-E87E-BAC211486475}"/>
                    </a:ext>
                  </a:extLst>
                </p:cNvPr>
                <p:cNvSpPr/>
                <p:nvPr/>
              </p:nvSpPr>
              <p:spPr>
                <a:xfrm>
                  <a:off x="7227175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01" name="Rectangle 88">
                  <a:extLst>
                    <a:ext uri="{FF2B5EF4-FFF2-40B4-BE49-F238E27FC236}">
                      <a16:creationId xmlns:a16="http://schemas.microsoft.com/office/drawing/2014/main" id="{B3966A5A-9D40-25CA-5359-9D55AF0916A5}"/>
                    </a:ext>
                  </a:extLst>
                </p:cNvPr>
                <p:cNvSpPr/>
                <p:nvPr/>
              </p:nvSpPr>
              <p:spPr>
                <a:xfrm>
                  <a:off x="4764619" y="3038680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02" name="Rectangle 89">
                  <a:extLst>
                    <a:ext uri="{FF2B5EF4-FFF2-40B4-BE49-F238E27FC236}">
                      <a16:creationId xmlns:a16="http://schemas.microsoft.com/office/drawing/2014/main" id="{2AD15ED7-D997-4F40-0FC1-443527B6FCE8}"/>
                    </a:ext>
                  </a:extLst>
                </p:cNvPr>
                <p:cNvSpPr/>
                <p:nvPr/>
              </p:nvSpPr>
              <p:spPr>
                <a:xfrm>
                  <a:off x="4900588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03" name="Rectangle 90">
                  <a:extLst>
                    <a:ext uri="{FF2B5EF4-FFF2-40B4-BE49-F238E27FC236}">
                      <a16:creationId xmlns:a16="http://schemas.microsoft.com/office/drawing/2014/main" id="{42229C63-4558-CDAB-B459-B382FD420B25}"/>
                    </a:ext>
                  </a:extLst>
                </p:cNvPr>
                <p:cNvSpPr/>
                <p:nvPr/>
              </p:nvSpPr>
              <p:spPr>
                <a:xfrm>
                  <a:off x="5096988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04" name="Rectangle 91">
                  <a:extLst>
                    <a:ext uri="{FF2B5EF4-FFF2-40B4-BE49-F238E27FC236}">
                      <a16:creationId xmlns:a16="http://schemas.microsoft.com/office/drawing/2014/main" id="{AF94A4E2-155A-9D50-A677-D92AE940388E}"/>
                    </a:ext>
                  </a:extLst>
                </p:cNvPr>
                <p:cNvSpPr/>
                <p:nvPr/>
              </p:nvSpPr>
              <p:spPr>
                <a:xfrm>
                  <a:off x="5232958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05" name="Rectangle 92">
                  <a:extLst>
                    <a:ext uri="{FF2B5EF4-FFF2-40B4-BE49-F238E27FC236}">
                      <a16:creationId xmlns:a16="http://schemas.microsoft.com/office/drawing/2014/main" id="{CABD64C6-33F1-0005-6CFD-9906667E12B8}"/>
                    </a:ext>
                  </a:extLst>
                </p:cNvPr>
                <p:cNvSpPr/>
                <p:nvPr/>
              </p:nvSpPr>
              <p:spPr>
                <a:xfrm>
                  <a:off x="5429358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06" name="Rectangle 93">
                  <a:extLst>
                    <a:ext uri="{FF2B5EF4-FFF2-40B4-BE49-F238E27FC236}">
                      <a16:creationId xmlns:a16="http://schemas.microsoft.com/office/drawing/2014/main" id="{5D2352BE-3697-6853-E4A4-CAE2E072C5BE}"/>
                    </a:ext>
                  </a:extLst>
                </p:cNvPr>
                <p:cNvSpPr/>
                <p:nvPr/>
              </p:nvSpPr>
              <p:spPr>
                <a:xfrm>
                  <a:off x="5565328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07" name="Rectangle 94">
                  <a:extLst>
                    <a:ext uri="{FF2B5EF4-FFF2-40B4-BE49-F238E27FC236}">
                      <a16:creationId xmlns:a16="http://schemas.microsoft.com/office/drawing/2014/main" id="{675B92C1-21AE-2B5E-9928-8F1A907BA4BC}"/>
                    </a:ext>
                  </a:extLst>
                </p:cNvPr>
                <p:cNvSpPr/>
                <p:nvPr/>
              </p:nvSpPr>
              <p:spPr>
                <a:xfrm>
                  <a:off x="5761728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08" name="Rectangle 95">
                  <a:extLst>
                    <a:ext uri="{FF2B5EF4-FFF2-40B4-BE49-F238E27FC236}">
                      <a16:creationId xmlns:a16="http://schemas.microsoft.com/office/drawing/2014/main" id="{E7CAE834-FA53-76E6-FD39-30010BE3045B}"/>
                    </a:ext>
                  </a:extLst>
                </p:cNvPr>
                <p:cNvSpPr/>
                <p:nvPr/>
              </p:nvSpPr>
              <p:spPr>
                <a:xfrm>
                  <a:off x="5897697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09" name="Rectangle 96">
                  <a:extLst>
                    <a:ext uri="{FF2B5EF4-FFF2-40B4-BE49-F238E27FC236}">
                      <a16:creationId xmlns:a16="http://schemas.microsoft.com/office/drawing/2014/main" id="{930C10AD-036B-E7C3-E872-15912341FCBC}"/>
                    </a:ext>
                  </a:extLst>
                </p:cNvPr>
                <p:cNvSpPr/>
                <p:nvPr/>
              </p:nvSpPr>
              <p:spPr>
                <a:xfrm>
                  <a:off x="6094098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10" name="Rectangle 97">
                  <a:extLst>
                    <a:ext uri="{FF2B5EF4-FFF2-40B4-BE49-F238E27FC236}">
                      <a16:creationId xmlns:a16="http://schemas.microsoft.com/office/drawing/2014/main" id="{D63FCF0F-75E2-8B36-997C-4A1F6D6EF009}"/>
                    </a:ext>
                  </a:extLst>
                </p:cNvPr>
                <p:cNvSpPr/>
                <p:nvPr/>
              </p:nvSpPr>
              <p:spPr>
                <a:xfrm>
                  <a:off x="6230067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11" name="Rectangle 98">
                  <a:extLst>
                    <a:ext uri="{FF2B5EF4-FFF2-40B4-BE49-F238E27FC236}">
                      <a16:creationId xmlns:a16="http://schemas.microsoft.com/office/drawing/2014/main" id="{9998EBEA-C164-F10A-14F1-DA00786918C1}"/>
                    </a:ext>
                  </a:extLst>
                </p:cNvPr>
                <p:cNvSpPr/>
                <p:nvPr/>
              </p:nvSpPr>
              <p:spPr>
                <a:xfrm>
                  <a:off x="6426466" y="3049432"/>
                  <a:ext cx="226616" cy="145323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12" name="Rectangle 99">
                  <a:extLst>
                    <a:ext uri="{FF2B5EF4-FFF2-40B4-BE49-F238E27FC236}">
                      <a16:creationId xmlns:a16="http://schemas.microsoft.com/office/drawing/2014/main" id="{CF2D9B69-85CB-2823-DB5B-81DEC75EB379}"/>
                    </a:ext>
                  </a:extLst>
                </p:cNvPr>
                <p:cNvSpPr/>
                <p:nvPr/>
              </p:nvSpPr>
              <p:spPr>
                <a:xfrm>
                  <a:off x="6562436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13" name="Rectangle 100">
                  <a:extLst>
                    <a:ext uri="{FF2B5EF4-FFF2-40B4-BE49-F238E27FC236}">
                      <a16:creationId xmlns:a16="http://schemas.microsoft.com/office/drawing/2014/main" id="{E0B7E540-8DD4-62FB-A0B4-3E1965FCD4C9}"/>
                    </a:ext>
                  </a:extLst>
                </p:cNvPr>
                <p:cNvSpPr/>
                <p:nvPr/>
              </p:nvSpPr>
              <p:spPr>
                <a:xfrm>
                  <a:off x="6758836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14" name="Rectangle 101">
                  <a:extLst>
                    <a:ext uri="{FF2B5EF4-FFF2-40B4-BE49-F238E27FC236}">
                      <a16:creationId xmlns:a16="http://schemas.microsoft.com/office/drawing/2014/main" id="{E38CFD52-0F66-6B9A-7BBE-50F6495C39ED}"/>
                    </a:ext>
                  </a:extLst>
                </p:cNvPr>
                <p:cNvSpPr/>
                <p:nvPr/>
              </p:nvSpPr>
              <p:spPr>
                <a:xfrm>
                  <a:off x="6894806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15" name="Rectangle 102">
                  <a:extLst>
                    <a:ext uri="{FF2B5EF4-FFF2-40B4-BE49-F238E27FC236}">
                      <a16:creationId xmlns:a16="http://schemas.microsoft.com/office/drawing/2014/main" id="{7393DBA3-9D69-1DF2-AB45-A3C203FDA385}"/>
                    </a:ext>
                  </a:extLst>
                </p:cNvPr>
                <p:cNvSpPr/>
                <p:nvPr/>
              </p:nvSpPr>
              <p:spPr>
                <a:xfrm>
                  <a:off x="7091206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16" name="Rectangle 103">
                  <a:extLst>
                    <a:ext uri="{FF2B5EF4-FFF2-40B4-BE49-F238E27FC236}">
                      <a16:creationId xmlns:a16="http://schemas.microsoft.com/office/drawing/2014/main" id="{423FEA43-557B-5238-81C3-06FFF66D49EB}"/>
                    </a:ext>
                  </a:extLst>
                </p:cNvPr>
                <p:cNvSpPr/>
                <p:nvPr/>
              </p:nvSpPr>
              <p:spPr>
                <a:xfrm>
                  <a:off x="7227175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17" name="Rectangle 24">
                  <a:extLst>
                    <a:ext uri="{FF2B5EF4-FFF2-40B4-BE49-F238E27FC236}">
                      <a16:creationId xmlns:a16="http://schemas.microsoft.com/office/drawing/2014/main" id="{A5CA2063-1CF6-05C7-B697-D2E3698B6E95}"/>
                    </a:ext>
                  </a:extLst>
                </p:cNvPr>
                <p:cNvSpPr/>
                <p:nvPr/>
              </p:nvSpPr>
              <p:spPr>
                <a:xfrm>
                  <a:off x="4765255" y="32889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18" name="Rectangle 25">
                  <a:extLst>
                    <a:ext uri="{FF2B5EF4-FFF2-40B4-BE49-F238E27FC236}">
                      <a16:creationId xmlns:a16="http://schemas.microsoft.com/office/drawing/2014/main" id="{271171A8-976E-CF8B-FFD1-284D76E07181}"/>
                    </a:ext>
                  </a:extLst>
                </p:cNvPr>
                <p:cNvSpPr/>
                <p:nvPr/>
              </p:nvSpPr>
              <p:spPr>
                <a:xfrm>
                  <a:off x="4900588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19" name="Rectangle 26">
                  <a:extLst>
                    <a:ext uri="{FF2B5EF4-FFF2-40B4-BE49-F238E27FC236}">
                      <a16:creationId xmlns:a16="http://schemas.microsoft.com/office/drawing/2014/main" id="{1289202B-04F2-A8E1-27A4-ADD6E542CD17}"/>
                    </a:ext>
                  </a:extLst>
                </p:cNvPr>
                <p:cNvSpPr/>
                <p:nvPr/>
              </p:nvSpPr>
              <p:spPr>
                <a:xfrm>
                  <a:off x="5096988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20" name="Rectangle 27">
                  <a:extLst>
                    <a:ext uri="{FF2B5EF4-FFF2-40B4-BE49-F238E27FC236}">
                      <a16:creationId xmlns:a16="http://schemas.microsoft.com/office/drawing/2014/main" id="{648FCA1D-2C37-FD27-33E2-50935C1752B7}"/>
                    </a:ext>
                  </a:extLst>
                </p:cNvPr>
                <p:cNvSpPr/>
                <p:nvPr/>
              </p:nvSpPr>
              <p:spPr>
                <a:xfrm>
                  <a:off x="5232958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21" name="Rectangle 28">
                  <a:extLst>
                    <a:ext uri="{FF2B5EF4-FFF2-40B4-BE49-F238E27FC236}">
                      <a16:creationId xmlns:a16="http://schemas.microsoft.com/office/drawing/2014/main" id="{C6C845BF-5126-51D2-39B4-EDB9B0C26950}"/>
                    </a:ext>
                  </a:extLst>
                </p:cNvPr>
                <p:cNvSpPr/>
                <p:nvPr/>
              </p:nvSpPr>
              <p:spPr>
                <a:xfrm>
                  <a:off x="5429358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22" name="Rectangle 29">
                  <a:extLst>
                    <a:ext uri="{FF2B5EF4-FFF2-40B4-BE49-F238E27FC236}">
                      <a16:creationId xmlns:a16="http://schemas.microsoft.com/office/drawing/2014/main" id="{458B20B4-E1D2-8113-E9E4-9A6A5E49FBD7}"/>
                    </a:ext>
                  </a:extLst>
                </p:cNvPr>
                <p:cNvSpPr/>
                <p:nvPr/>
              </p:nvSpPr>
              <p:spPr>
                <a:xfrm>
                  <a:off x="5565328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23" name="Rectangle 30">
                  <a:extLst>
                    <a:ext uri="{FF2B5EF4-FFF2-40B4-BE49-F238E27FC236}">
                      <a16:creationId xmlns:a16="http://schemas.microsoft.com/office/drawing/2014/main" id="{06ABA7E2-625C-6B8D-CEA1-A65CF81D18AE}"/>
                    </a:ext>
                  </a:extLst>
                </p:cNvPr>
                <p:cNvSpPr/>
                <p:nvPr/>
              </p:nvSpPr>
              <p:spPr>
                <a:xfrm>
                  <a:off x="5761728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24" name="Rectangle 31">
                  <a:extLst>
                    <a:ext uri="{FF2B5EF4-FFF2-40B4-BE49-F238E27FC236}">
                      <a16:creationId xmlns:a16="http://schemas.microsoft.com/office/drawing/2014/main" id="{03C41CB6-D431-583D-56A4-7CFAB1E52472}"/>
                    </a:ext>
                  </a:extLst>
                </p:cNvPr>
                <p:cNvSpPr/>
                <p:nvPr/>
              </p:nvSpPr>
              <p:spPr>
                <a:xfrm>
                  <a:off x="5897697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25" name="Rectangle 32">
                  <a:extLst>
                    <a:ext uri="{FF2B5EF4-FFF2-40B4-BE49-F238E27FC236}">
                      <a16:creationId xmlns:a16="http://schemas.microsoft.com/office/drawing/2014/main" id="{37F61594-75DC-4E64-B7DF-EE550D9B5296}"/>
                    </a:ext>
                  </a:extLst>
                </p:cNvPr>
                <p:cNvSpPr/>
                <p:nvPr/>
              </p:nvSpPr>
              <p:spPr>
                <a:xfrm>
                  <a:off x="6094098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26" name="Rectangle 33">
                  <a:extLst>
                    <a:ext uri="{FF2B5EF4-FFF2-40B4-BE49-F238E27FC236}">
                      <a16:creationId xmlns:a16="http://schemas.microsoft.com/office/drawing/2014/main" id="{ADE624DD-B9BF-79CB-3A94-5051D795E69A}"/>
                    </a:ext>
                  </a:extLst>
                </p:cNvPr>
                <p:cNvSpPr/>
                <p:nvPr/>
              </p:nvSpPr>
              <p:spPr>
                <a:xfrm>
                  <a:off x="6230067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27" name="Rectangle 34">
                  <a:extLst>
                    <a:ext uri="{FF2B5EF4-FFF2-40B4-BE49-F238E27FC236}">
                      <a16:creationId xmlns:a16="http://schemas.microsoft.com/office/drawing/2014/main" id="{DD59AC81-9C55-417E-741C-07C31EDF59AA}"/>
                    </a:ext>
                  </a:extLst>
                </p:cNvPr>
                <p:cNvSpPr/>
                <p:nvPr/>
              </p:nvSpPr>
              <p:spPr>
                <a:xfrm>
                  <a:off x="6426467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28" name="Rectangle 35">
                  <a:extLst>
                    <a:ext uri="{FF2B5EF4-FFF2-40B4-BE49-F238E27FC236}">
                      <a16:creationId xmlns:a16="http://schemas.microsoft.com/office/drawing/2014/main" id="{3F212460-6968-82B4-3EB2-4483804BE04D}"/>
                    </a:ext>
                  </a:extLst>
                </p:cNvPr>
                <p:cNvSpPr/>
                <p:nvPr/>
              </p:nvSpPr>
              <p:spPr>
                <a:xfrm>
                  <a:off x="6562436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29" name="Rectangle 36">
                  <a:extLst>
                    <a:ext uri="{FF2B5EF4-FFF2-40B4-BE49-F238E27FC236}">
                      <a16:creationId xmlns:a16="http://schemas.microsoft.com/office/drawing/2014/main" id="{5F61F447-0767-F37F-412A-177EDC500161}"/>
                    </a:ext>
                  </a:extLst>
                </p:cNvPr>
                <p:cNvSpPr/>
                <p:nvPr/>
              </p:nvSpPr>
              <p:spPr>
                <a:xfrm>
                  <a:off x="6758836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30" name="Rectangle 37">
                  <a:extLst>
                    <a:ext uri="{FF2B5EF4-FFF2-40B4-BE49-F238E27FC236}">
                      <a16:creationId xmlns:a16="http://schemas.microsoft.com/office/drawing/2014/main" id="{90BA8004-4A89-95E6-B9A9-C859D934FCA0}"/>
                    </a:ext>
                  </a:extLst>
                </p:cNvPr>
                <p:cNvSpPr/>
                <p:nvPr/>
              </p:nvSpPr>
              <p:spPr>
                <a:xfrm>
                  <a:off x="6894806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31" name="Rectangle 38">
                  <a:extLst>
                    <a:ext uri="{FF2B5EF4-FFF2-40B4-BE49-F238E27FC236}">
                      <a16:creationId xmlns:a16="http://schemas.microsoft.com/office/drawing/2014/main" id="{EC537581-1376-B939-BBAF-1442E22F8FBC}"/>
                    </a:ext>
                  </a:extLst>
                </p:cNvPr>
                <p:cNvSpPr/>
                <p:nvPr/>
              </p:nvSpPr>
              <p:spPr>
                <a:xfrm>
                  <a:off x="7091206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32" name="Rectangle 39">
                  <a:extLst>
                    <a:ext uri="{FF2B5EF4-FFF2-40B4-BE49-F238E27FC236}">
                      <a16:creationId xmlns:a16="http://schemas.microsoft.com/office/drawing/2014/main" id="{0B404331-5BE8-F958-B13C-6C40ED50036F}"/>
                    </a:ext>
                  </a:extLst>
                </p:cNvPr>
                <p:cNvSpPr/>
                <p:nvPr/>
              </p:nvSpPr>
              <p:spPr>
                <a:xfrm>
                  <a:off x="7227175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33" name="Rectangle 88">
                  <a:extLst>
                    <a:ext uri="{FF2B5EF4-FFF2-40B4-BE49-F238E27FC236}">
                      <a16:creationId xmlns:a16="http://schemas.microsoft.com/office/drawing/2014/main" id="{CEFBE5DD-0AE8-B2E2-C6AD-87C24536EC56}"/>
                    </a:ext>
                  </a:extLst>
                </p:cNvPr>
                <p:cNvSpPr/>
                <p:nvPr/>
              </p:nvSpPr>
              <p:spPr>
                <a:xfrm>
                  <a:off x="4764619" y="3518096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34" name="Rectangle 89">
                  <a:extLst>
                    <a:ext uri="{FF2B5EF4-FFF2-40B4-BE49-F238E27FC236}">
                      <a16:creationId xmlns:a16="http://schemas.microsoft.com/office/drawing/2014/main" id="{267C72A9-6F18-6A60-B764-E01F130D7E2A}"/>
                    </a:ext>
                  </a:extLst>
                </p:cNvPr>
                <p:cNvSpPr/>
                <p:nvPr/>
              </p:nvSpPr>
              <p:spPr>
                <a:xfrm>
                  <a:off x="4900588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35" name="Rectangle 90">
                  <a:extLst>
                    <a:ext uri="{FF2B5EF4-FFF2-40B4-BE49-F238E27FC236}">
                      <a16:creationId xmlns:a16="http://schemas.microsoft.com/office/drawing/2014/main" id="{832F5AC6-00B5-394E-71EA-69E798D89C37}"/>
                    </a:ext>
                  </a:extLst>
                </p:cNvPr>
                <p:cNvSpPr/>
                <p:nvPr/>
              </p:nvSpPr>
              <p:spPr>
                <a:xfrm>
                  <a:off x="5096988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36" name="Rectangle 91">
                  <a:extLst>
                    <a:ext uri="{FF2B5EF4-FFF2-40B4-BE49-F238E27FC236}">
                      <a16:creationId xmlns:a16="http://schemas.microsoft.com/office/drawing/2014/main" id="{71D45AA5-ED3C-72F2-01C0-6C3CE39585C7}"/>
                    </a:ext>
                  </a:extLst>
                </p:cNvPr>
                <p:cNvSpPr/>
                <p:nvPr/>
              </p:nvSpPr>
              <p:spPr>
                <a:xfrm>
                  <a:off x="5232958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37" name="Rectangle 92">
                  <a:extLst>
                    <a:ext uri="{FF2B5EF4-FFF2-40B4-BE49-F238E27FC236}">
                      <a16:creationId xmlns:a16="http://schemas.microsoft.com/office/drawing/2014/main" id="{C0209062-1178-D45D-761A-5DE8A7D565F6}"/>
                    </a:ext>
                  </a:extLst>
                </p:cNvPr>
                <p:cNvSpPr/>
                <p:nvPr/>
              </p:nvSpPr>
              <p:spPr>
                <a:xfrm>
                  <a:off x="5429358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38" name="Rectangle 93">
                  <a:extLst>
                    <a:ext uri="{FF2B5EF4-FFF2-40B4-BE49-F238E27FC236}">
                      <a16:creationId xmlns:a16="http://schemas.microsoft.com/office/drawing/2014/main" id="{A8EC1687-3B21-4470-C504-154C5BA7A998}"/>
                    </a:ext>
                  </a:extLst>
                </p:cNvPr>
                <p:cNvSpPr/>
                <p:nvPr/>
              </p:nvSpPr>
              <p:spPr>
                <a:xfrm>
                  <a:off x="5565328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39" name="Rectangle 94">
                  <a:extLst>
                    <a:ext uri="{FF2B5EF4-FFF2-40B4-BE49-F238E27FC236}">
                      <a16:creationId xmlns:a16="http://schemas.microsoft.com/office/drawing/2014/main" id="{1DC4D606-668D-79D6-5DDE-D9CBADA13501}"/>
                    </a:ext>
                  </a:extLst>
                </p:cNvPr>
                <p:cNvSpPr/>
                <p:nvPr/>
              </p:nvSpPr>
              <p:spPr>
                <a:xfrm>
                  <a:off x="5761728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40" name="Rectangle 95">
                  <a:extLst>
                    <a:ext uri="{FF2B5EF4-FFF2-40B4-BE49-F238E27FC236}">
                      <a16:creationId xmlns:a16="http://schemas.microsoft.com/office/drawing/2014/main" id="{E05B0A69-FE05-68FE-CF7B-939C9FA2D827}"/>
                    </a:ext>
                  </a:extLst>
                </p:cNvPr>
                <p:cNvSpPr/>
                <p:nvPr/>
              </p:nvSpPr>
              <p:spPr>
                <a:xfrm>
                  <a:off x="5897697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41" name="Rectangle 96">
                  <a:extLst>
                    <a:ext uri="{FF2B5EF4-FFF2-40B4-BE49-F238E27FC236}">
                      <a16:creationId xmlns:a16="http://schemas.microsoft.com/office/drawing/2014/main" id="{ACC0131A-29DD-A188-03C0-19F1124DED93}"/>
                    </a:ext>
                  </a:extLst>
                </p:cNvPr>
                <p:cNvSpPr/>
                <p:nvPr/>
              </p:nvSpPr>
              <p:spPr>
                <a:xfrm>
                  <a:off x="6094098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42" name="Rectangle 97">
                  <a:extLst>
                    <a:ext uri="{FF2B5EF4-FFF2-40B4-BE49-F238E27FC236}">
                      <a16:creationId xmlns:a16="http://schemas.microsoft.com/office/drawing/2014/main" id="{78FDFA5D-66D6-3447-98F7-D77368471B50}"/>
                    </a:ext>
                  </a:extLst>
                </p:cNvPr>
                <p:cNvSpPr/>
                <p:nvPr/>
              </p:nvSpPr>
              <p:spPr>
                <a:xfrm>
                  <a:off x="6230067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43" name="Rectangle 98">
                  <a:extLst>
                    <a:ext uri="{FF2B5EF4-FFF2-40B4-BE49-F238E27FC236}">
                      <a16:creationId xmlns:a16="http://schemas.microsoft.com/office/drawing/2014/main" id="{C18F594D-83B6-BD32-2B99-38DB7B707FE3}"/>
                    </a:ext>
                  </a:extLst>
                </p:cNvPr>
                <p:cNvSpPr/>
                <p:nvPr/>
              </p:nvSpPr>
              <p:spPr>
                <a:xfrm>
                  <a:off x="6426467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44" name="Rectangle 99">
                  <a:extLst>
                    <a:ext uri="{FF2B5EF4-FFF2-40B4-BE49-F238E27FC236}">
                      <a16:creationId xmlns:a16="http://schemas.microsoft.com/office/drawing/2014/main" id="{16985A09-7F69-A48D-3CF4-1EA84D65DE2D}"/>
                    </a:ext>
                  </a:extLst>
                </p:cNvPr>
                <p:cNvSpPr/>
                <p:nvPr/>
              </p:nvSpPr>
              <p:spPr>
                <a:xfrm>
                  <a:off x="6562436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45" name="Rectangle 100">
                  <a:extLst>
                    <a:ext uri="{FF2B5EF4-FFF2-40B4-BE49-F238E27FC236}">
                      <a16:creationId xmlns:a16="http://schemas.microsoft.com/office/drawing/2014/main" id="{6EB508E3-1CF9-AC8A-3633-EFAE3C4CECBB}"/>
                    </a:ext>
                  </a:extLst>
                </p:cNvPr>
                <p:cNvSpPr/>
                <p:nvPr/>
              </p:nvSpPr>
              <p:spPr>
                <a:xfrm>
                  <a:off x="6758836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46" name="Rectangle 101">
                  <a:extLst>
                    <a:ext uri="{FF2B5EF4-FFF2-40B4-BE49-F238E27FC236}">
                      <a16:creationId xmlns:a16="http://schemas.microsoft.com/office/drawing/2014/main" id="{DF86735E-8244-59CD-7E02-82CF87DE7C00}"/>
                    </a:ext>
                  </a:extLst>
                </p:cNvPr>
                <p:cNvSpPr/>
                <p:nvPr/>
              </p:nvSpPr>
              <p:spPr>
                <a:xfrm>
                  <a:off x="6894806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47" name="Rectangle 102">
                  <a:extLst>
                    <a:ext uri="{FF2B5EF4-FFF2-40B4-BE49-F238E27FC236}">
                      <a16:creationId xmlns:a16="http://schemas.microsoft.com/office/drawing/2014/main" id="{A91842A1-AB61-30CA-6439-4D2034A6A167}"/>
                    </a:ext>
                  </a:extLst>
                </p:cNvPr>
                <p:cNvSpPr/>
                <p:nvPr/>
              </p:nvSpPr>
              <p:spPr>
                <a:xfrm>
                  <a:off x="7091206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48" name="Rectangle 103">
                  <a:extLst>
                    <a:ext uri="{FF2B5EF4-FFF2-40B4-BE49-F238E27FC236}">
                      <a16:creationId xmlns:a16="http://schemas.microsoft.com/office/drawing/2014/main" id="{82C923CF-DCF8-BC4C-C4BE-5E72B813F147}"/>
                    </a:ext>
                  </a:extLst>
                </p:cNvPr>
                <p:cNvSpPr/>
                <p:nvPr/>
              </p:nvSpPr>
              <p:spPr>
                <a:xfrm>
                  <a:off x="7227175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205" name="グループ化 204">
              <a:extLst>
                <a:ext uri="{FF2B5EF4-FFF2-40B4-BE49-F238E27FC236}">
                  <a16:creationId xmlns:a16="http://schemas.microsoft.com/office/drawing/2014/main" id="{2EA25D6F-6711-2026-0BE0-78909125DCA7}"/>
                </a:ext>
              </a:extLst>
            </p:cNvPr>
            <p:cNvGrpSpPr/>
            <p:nvPr/>
          </p:nvGrpSpPr>
          <p:grpSpPr>
            <a:xfrm>
              <a:off x="4740734" y="4246730"/>
              <a:ext cx="920297" cy="893919"/>
              <a:chOff x="5978930" y="5568471"/>
              <a:chExt cx="900000" cy="900000"/>
            </a:xfrm>
          </p:grpSpPr>
          <p:sp>
            <p:nvSpPr>
              <p:cNvPr id="789" name="Rectangle 1052">
                <a:extLst>
                  <a:ext uri="{FF2B5EF4-FFF2-40B4-BE49-F238E27FC236}">
                    <a16:creationId xmlns:a16="http://schemas.microsoft.com/office/drawing/2014/main" id="{1D341146-DF6B-DE03-B5A7-1D7DB040167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978930" y="5568471"/>
                <a:ext cx="900000" cy="900000"/>
              </a:xfrm>
              <a:prstGeom prst="rect">
                <a:avLst/>
              </a:prstGeom>
              <a:solidFill>
                <a:srgbClr val="FBEADA"/>
              </a:solidFill>
              <a:ln w="12700"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altLang="ja-JP" sz="1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790" name="グループ化 789">
                <a:extLst>
                  <a:ext uri="{FF2B5EF4-FFF2-40B4-BE49-F238E27FC236}">
                    <a16:creationId xmlns:a16="http://schemas.microsoft.com/office/drawing/2014/main" id="{50A10C3D-EAB0-51EC-4080-23C8F929C16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016049" y="5608981"/>
                <a:ext cx="828000" cy="828000"/>
                <a:chOff x="4764619" y="1854439"/>
                <a:chExt cx="2643849" cy="1867106"/>
              </a:xfrm>
            </p:grpSpPr>
            <p:sp>
              <p:nvSpPr>
                <p:cNvPr id="791" name="Rectangle 24">
                  <a:extLst>
                    <a:ext uri="{FF2B5EF4-FFF2-40B4-BE49-F238E27FC236}">
                      <a16:creationId xmlns:a16="http://schemas.microsoft.com/office/drawing/2014/main" id="{507607C0-37D0-A9EF-57EF-C3DE260FD895}"/>
                    </a:ext>
                  </a:extLst>
                </p:cNvPr>
                <p:cNvSpPr/>
                <p:nvPr/>
              </p:nvSpPr>
              <p:spPr>
                <a:xfrm>
                  <a:off x="4765255" y="185672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92" name="Rectangle 25">
                  <a:extLst>
                    <a:ext uri="{FF2B5EF4-FFF2-40B4-BE49-F238E27FC236}">
                      <a16:creationId xmlns:a16="http://schemas.microsoft.com/office/drawing/2014/main" id="{8CB180A0-F9B9-52F1-8310-334530DA955A}"/>
                    </a:ext>
                  </a:extLst>
                </p:cNvPr>
                <p:cNvSpPr/>
                <p:nvPr/>
              </p:nvSpPr>
              <p:spPr>
                <a:xfrm>
                  <a:off x="4900588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93" name="Rectangle 26">
                  <a:extLst>
                    <a:ext uri="{FF2B5EF4-FFF2-40B4-BE49-F238E27FC236}">
                      <a16:creationId xmlns:a16="http://schemas.microsoft.com/office/drawing/2014/main" id="{2274645A-D260-6DA6-E0A9-7E705FACCADC}"/>
                    </a:ext>
                  </a:extLst>
                </p:cNvPr>
                <p:cNvSpPr/>
                <p:nvPr/>
              </p:nvSpPr>
              <p:spPr>
                <a:xfrm>
                  <a:off x="5096988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94" name="Rectangle 27">
                  <a:extLst>
                    <a:ext uri="{FF2B5EF4-FFF2-40B4-BE49-F238E27FC236}">
                      <a16:creationId xmlns:a16="http://schemas.microsoft.com/office/drawing/2014/main" id="{2078877E-89A8-B78A-FD78-09EF1A156921}"/>
                    </a:ext>
                  </a:extLst>
                </p:cNvPr>
                <p:cNvSpPr/>
                <p:nvPr/>
              </p:nvSpPr>
              <p:spPr>
                <a:xfrm>
                  <a:off x="5232958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95" name="Rectangle 28">
                  <a:extLst>
                    <a:ext uri="{FF2B5EF4-FFF2-40B4-BE49-F238E27FC236}">
                      <a16:creationId xmlns:a16="http://schemas.microsoft.com/office/drawing/2014/main" id="{193D69D4-7272-F8F3-9EF9-3E64B5ED8B64}"/>
                    </a:ext>
                  </a:extLst>
                </p:cNvPr>
                <p:cNvSpPr/>
                <p:nvPr/>
              </p:nvSpPr>
              <p:spPr>
                <a:xfrm>
                  <a:off x="5429358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96" name="Rectangle 29">
                  <a:extLst>
                    <a:ext uri="{FF2B5EF4-FFF2-40B4-BE49-F238E27FC236}">
                      <a16:creationId xmlns:a16="http://schemas.microsoft.com/office/drawing/2014/main" id="{B4CFF374-51D9-A8B2-ADD1-4D5080601288}"/>
                    </a:ext>
                  </a:extLst>
                </p:cNvPr>
                <p:cNvSpPr/>
                <p:nvPr/>
              </p:nvSpPr>
              <p:spPr>
                <a:xfrm>
                  <a:off x="5565328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97" name="Rectangle 30">
                  <a:extLst>
                    <a:ext uri="{FF2B5EF4-FFF2-40B4-BE49-F238E27FC236}">
                      <a16:creationId xmlns:a16="http://schemas.microsoft.com/office/drawing/2014/main" id="{D6A3825B-3F6A-37B7-C651-590FA6EE671C}"/>
                    </a:ext>
                  </a:extLst>
                </p:cNvPr>
                <p:cNvSpPr/>
                <p:nvPr/>
              </p:nvSpPr>
              <p:spPr>
                <a:xfrm>
                  <a:off x="5761728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98" name="Rectangle 31">
                  <a:extLst>
                    <a:ext uri="{FF2B5EF4-FFF2-40B4-BE49-F238E27FC236}">
                      <a16:creationId xmlns:a16="http://schemas.microsoft.com/office/drawing/2014/main" id="{E147FE8C-70A7-CFBF-11AC-494A4725F91C}"/>
                    </a:ext>
                  </a:extLst>
                </p:cNvPr>
                <p:cNvSpPr/>
                <p:nvPr/>
              </p:nvSpPr>
              <p:spPr>
                <a:xfrm>
                  <a:off x="5897697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99" name="Rectangle 32">
                  <a:extLst>
                    <a:ext uri="{FF2B5EF4-FFF2-40B4-BE49-F238E27FC236}">
                      <a16:creationId xmlns:a16="http://schemas.microsoft.com/office/drawing/2014/main" id="{70B7B4C5-CD72-ADDA-8345-B34B7BCBF996}"/>
                    </a:ext>
                  </a:extLst>
                </p:cNvPr>
                <p:cNvSpPr/>
                <p:nvPr/>
              </p:nvSpPr>
              <p:spPr>
                <a:xfrm>
                  <a:off x="6094098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00" name="Rectangle 33">
                  <a:extLst>
                    <a:ext uri="{FF2B5EF4-FFF2-40B4-BE49-F238E27FC236}">
                      <a16:creationId xmlns:a16="http://schemas.microsoft.com/office/drawing/2014/main" id="{EEACE559-057F-4500-F6B3-254B8D7DCCFC}"/>
                    </a:ext>
                  </a:extLst>
                </p:cNvPr>
                <p:cNvSpPr/>
                <p:nvPr/>
              </p:nvSpPr>
              <p:spPr>
                <a:xfrm>
                  <a:off x="6230067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01" name="Rectangle 34">
                  <a:extLst>
                    <a:ext uri="{FF2B5EF4-FFF2-40B4-BE49-F238E27FC236}">
                      <a16:creationId xmlns:a16="http://schemas.microsoft.com/office/drawing/2014/main" id="{9E286E3E-DDCE-45ED-29C7-E86DB6829643}"/>
                    </a:ext>
                  </a:extLst>
                </p:cNvPr>
                <p:cNvSpPr/>
                <p:nvPr/>
              </p:nvSpPr>
              <p:spPr>
                <a:xfrm>
                  <a:off x="6426467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02" name="Rectangle 35">
                  <a:extLst>
                    <a:ext uri="{FF2B5EF4-FFF2-40B4-BE49-F238E27FC236}">
                      <a16:creationId xmlns:a16="http://schemas.microsoft.com/office/drawing/2014/main" id="{8BBD0E54-9221-4C24-AEB6-20A12B4AF59B}"/>
                    </a:ext>
                  </a:extLst>
                </p:cNvPr>
                <p:cNvSpPr/>
                <p:nvPr/>
              </p:nvSpPr>
              <p:spPr>
                <a:xfrm>
                  <a:off x="6562436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03" name="Rectangle 36">
                  <a:extLst>
                    <a:ext uri="{FF2B5EF4-FFF2-40B4-BE49-F238E27FC236}">
                      <a16:creationId xmlns:a16="http://schemas.microsoft.com/office/drawing/2014/main" id="{40C8755B-68D5-4B61-2BEF-A5F606F5509C}"/>
                    </a:ext>
                  </a:extLst>
                </p:cNvPr>
                <p:cNvSpPr/>
                <p:nvPr/>
              </p:nvSpPr>
              <p:spPr>
                <a:xfrm>
                  <a:off x="6758836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04" name="Rectangle 37">
                  <a:extLst>
                    <a:ext uri="{FF2B5EF4-FFF2-40B4-BE49-F238E27FC236}">
                      <a16:creationId xmlns:a16="http://schemas.microsoft.com/office/drawing/2014/main" id="{D190DAB8-590E-8AC6-5DB7-BA0EC475C631}"/>
                    </a:ext>
                  </a:extLst>
                </p:cNvPr>
                <p:cNvSpPr/>
                <p:nvPr/>
              </p:nvSpPr>
              <p:spPr>
                <a:xfrm>
                  <a:off x="6894806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05" name="Rectangle 38">
                  <a:extLst>
                    <a:ext uri="{FF2B5EF4-FFF2-40B4-BE49-F238E27FC236}">
                      <a16:creationId xmlns:a16="http://schemas.microsoft.com/office/drawing/2014/main" id="{827D4D43-D023-7B76-D4A9-5E348D28CFA7}"/>
                    </a:ext>
                  </a:extLst>
                </p:cNvPr>
                <p:cNvSpPr/>
                <p:nvPr/>
              </p:nvSpPr>
              <p:spPr>
                <a:xfrm>
                  <a:off x="7091206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06" name="Rectangle 39">
                  <a:extLst>
                    <a:ext uri="{FF2B5EF4-FFF2-40B4-BE49-F238E27FC236}">
                      <a16:creationId xmlns:a16="http://schemas.microsoft.com/office/drawing/2014/main" id="{A9A4A257-7978-09F2-0AE7-62D6FE71326D}"/>
                    </a:ext>
                  </a:extLst>
                </p:cNvPr>
                <p:cNvSpPr/>
                <p:nvPr/>
              </p:nvSpPr>
              <p:spPr>
                <a:xfrm>
                  <a:off x="7227175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07" name="Rectangle 88">
                  <a:extLst>
                    <a:ext uri="{FF2B5EF4-FFF2-40B4-BE49-F238E27FC236}">
                      <a16:creationId xmlns:a16="http://schemas.microsoft.com/office/drawing/2014/main" id="{179CB512-2152-F297-23D3-B6687241010E}"/>
                    </a:ext>
                  </a:extLst>
                </p:cNvPr>
                <p:cNvSpPr/>
                <p:nvPr/>
              </p:nvSpPr>
              <p:spPr>
                <a:xfrm>
                  <a:off x="4764619" y="2085888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08" name="Rectangle 89">
                  <a:extLst>
                    <a:ext uri="{FF2B5EF4-FFF2-40B4-BE49-F238E27FC236}">
                      <a16:creationId xmlns:a16="http://schemas.microsoft.com/office/drawing/2014/main" id="{A2E258E4-CE07-CCDE-5A16-2758ECE4070B}"/>
                    </a:ext>
                  </a:extLst>
                </p:cNvPr>
                <p:cNvSpPr/>
                <p:nvPr/>
              </p:nvSpPr>
              <p:spPr>
                <a:xfrm>
                  <a:off x="4900588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09" name="Rectangle 90">
                  <a:extLst>
                    <a:ext uri="{FF2B5EF4-FFF2-40B4-BE49-F238E27FC236}">
                      <a16:creationId xmlns:a16="http://schemas.microsoft.com/office/drawing/2014/main" id="{24FD8110-19A9-2F1F-9D57-A2A280CB7C0A}"/>
                    </a:ext>
                  </a:extLst>
                </p:cNvPr>
                <p:cNvSpPr/>
                <p:nvPr/>
              </p:nvSpPr>
              <p:spPr>
                <a:xfrm>
                  <a:off x="5096988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10" name="Rectangle 91">
                  <a:extLst>
                    <a:ext uri="{FF2B5EF4-FFF2-40B4-BE49-F238E27FC236}">
                      <a16:creationId xmlns:a16="http://schemas.microsoft.com/office/drawing/2014/main" id="{2063F7E9-7BF1-239C-22B3-49244A857E32}"/>
                    </a:ext>
                  </a:extLst>
                </p:cNvPr>
                <p:cNvSpPr/>
                <p:nvPr/>
              </p:nvSpPr>
              <p:spPr>
                <a:xfrm>
                  <a:off x="5232958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11" name="Rectangle 92">
                  <a:extLst>
                    <a:ext uri="{FF2B5EF4-FFF2-40B4-BE49-F238E27FC236}">
                      <a16:creationId xmlns:a16="http://schemas.microsoft.com/office/drawing/2014/main" id="{6EC715F0-175A-B481-26AB-2546792661BA}"/>
                    </a:ext>
                  </a:extLst>
                </p:cNvPr>
                <p:cNvSpPr/>
                <p:nvPr/>
              </p:nvSpPr>
              <p:spPr>
                <a:xfrm>
                  <a:off x="5429358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12" name="Rectangle 93">
                  <a:extLst>
                    <a:ext uri="{FF2B5EF4-FFF2-40B4-BE49-F238E27FC236}">
                      <a16:creationId xmlns:a16="http://schemas.microsoft.com/office/drawing/2014/main" id="{0D06001B-E247-DB75-26D2-303345957EB5}"/>
                    </a:ext>
                  </a:extLst>
                </p:cNvPr>
                <p:cNvSpPr/>
                <p:nvPr/>
              </p:nvSpPr>
              <p:spPr>
                <a:xfrm>
                  <a:off x="5565328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13" name="Rectangle 94">
                  <a:extLst>
                    <a:ext uri="{FF2B5EF4-FFF2-40B4-BE49-F238E27FC236}">
                      <a16:creationId xmlns:a16="http://schemas.microsoft.com/office/drawing/2014/main" id="{5DED62DE-AD18-1B4D-19B4-959F72EA25C2}"/>
                    </a:ext>
                  </a:extLst>
                </p:cNvPr>
                <p:cNvSpPr/>
                <p:nvPr/>
              </p:nvSpPr>
              <p:spPr>
                <a:xfrm>
                  <a:off x="5761728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14" name="Rectangle 95">
                  <a:extLst>
                    <a:ext uri="{FF2B5EF4-FFF2-40B4-BE49-F238E27FC236}">
                      <a16:creationId xmlns:a16="http://schemas.microsoft.com/office/drawing/2014/main" id="{FF79BEA6-421C-9612-F9B5-5DF7971D549B}"/>
                    </a:ext>
                  </a:extLst>
                </p:cNvPr>
                <p:cNvSpPr/>
                <p:nvPr/>
              </p:nvSpPr>
              <p:spPr>
                <a:xfrm>
                  <a:off x="5897697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15" name="Rectangle 96">
                  <a:extLst>
                    <a:ext uri="{FF2B5EF4-FFF2-40B4-BE49-F238E27FC236}">
                      <a16:creationId xmlns:a16="http://schemas.microsoft.com/office/drawing/2014/main" id="{094F4935-EE96-F9D6-51F0-9FB40FCDA6DA}"/>
                    </a:ext>
                  </a:extLst>
                </p:cNvPr>
                <p:cNvSpPr/>
                <p:nvPr/>
              </p:nvSpPr>
              <p:spPr>
                <a:xfrm>
                  <a:off x="6094098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16" name="Rectangle 97">
                  <a:extLst>
                    <a:ext uri="{FF2B5EF4-FFF2-40B4-BE49-F238E27FC236}">
                      <a16:creationId xmlns:a16="http://schemas.microsoft.com/office/drawing/2014/main" id="{06F89D37-3D08-1E47-8E05-6F695714991B}"/>
                    </a:ext>
                  </a:extLst>
                </p:cNvPr>
                <p:cNvSpPr/>
                <p:nvPr/>
              </p:nvSpPr>
              <p:spPr>
                <a:xfrm>
                  <a:off x="6230067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17" name="Rectangle 98">
                  <a:extLst>
                    <a:ext uri="{FF2B5EF4-FFF2-40B4-BE49-F238E27FC236}">
                      <a16:creationId xmlns:a16="http://schemas.microsoft.com/office/drawing/2014/main" id="{BC77603E-17E0-087C-8517-7D0393469852}"/>
                    </a:ext>
                  </a:extLst>
                </p:cNvPr>
                <p:cNvSpPr/>
                <p:nvPr/>
              </p:nvSpPr>
              <p:spPr>
                <a:xfrm>
                  <a:off x="6426467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18" name="Rectangle 99">
                  <a:extLst>
                    <a:ext uri="{FF2B5EF4-FFF2-40B4-BE49-F238E27FC236}">
                      <a16:creationId xmlns:a16="http://schemas.microsoft.com/office/drawing/2014/main" id="{C806F4FF-AB22-8973-0023-10F535A3F386}"/>
                    </a:ext>
                  </a:extLst>
                </p:cNvPr>
                <p:cNvSpPr/>
                <p:nvPr/>
              </p:nvSpPr>
              <p:spPr>
                <a:xfrm>
                  <a:off x="6562436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19" name="Rectangle 100">
                  <a:extLst>
                    <a:ext uri="{FF2B5EF4-FFF2-40B4-BE49-F238E27FC236}">
                      <a16:creationId xmlns:a16="http://schemas.microsoft.com/office/drawing/2014/main" id="{2CEF7FE2-46E7-1D79-097A-818F149CD1DD}"/>
                    </a:ext>
                  </a:extLst>
                </p:cNvPr>
                <p:cNvSpPr/>
                <p:nvPr/>
              </p:nvSpPr>
              <p:spPr>
                <a:xfrm>
                  <a:off x="6758836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20" name="Rectangle 101">
                  <a:extLst>
                    <a:ext uri="{FF2B5EF4-FFF2-40B4-BE49-F238E27FC236}">
                      <a16:creationId xmlns:a16="http://schemas.microsoft.com/office/drawing/2014/main" id="{4F41807E-14EE-9372-A840-D2915115A2A2}"/>
                    </a:ext>
                  </a:extLst>
                </p:cNvPr>
                <p:cNvSpPr/>
                <p:nvPr/>
              </p:nvSpPr>
              <p:spPr>
                <a:xfrm>
                  <a:off x="6894806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21" name="Rectangle 102">
                  <a:extLst>
                    <a:ext uri="{FF2B5EF4-FFF2-40B4-BE49-F238E27FC236}">
                      <a16:creationId xmlns:a16="http://schemas.microsoft.com/office/drawing/2014/main" id="{73AA9561-68AE-B3F8-59F0-62B341B02691}"/>
                    </a:ext>
                  </a:extLst>
                </p:cNvPr>
                <p:cNvSpPr/>
                <p:nvPr/>
              </p:nvSpPr>
              <p:spPr>
                <a:xfrm>
                  <a:off x="7091206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22" name="Rectangle 103">
                  <a:extLst>
                    <a:ext uri="{FF2B5EF4-FFF2-40B4-BE49-F238E27FC236}">
                      <a16:creationId xmlns:a16="http://schemas.microsoft.com/office/drawing/2014/main" id="{98AECBD5-5E42-FDB9-3916-E1312D598992}"/>
                    </a:ext>
                  </a:extLst>
                </p:cNvPr>
                <p:cNvSpPr/>
                <p:nvPr/>
              </p:nvSpPr>
              <p:spPr>
                <a:xfrm>
                  <a:off x="7227175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23" name="Rectangle 24">
                  <a:extLst>
                    <a:ext uri="{FF2B5EF4-FFF2-40B4-BE49-F238E27FC236}">
                      <a16:creationId xmlns:a16="http://schemas.microsoft.com/office/drawing/2014/main" id="{8723C4B0-D71A-95C1-5B2B-4F09C62A2319}"/>
                    </a:ext>
                  </a:extLst>
                </p:cNvPr>
                <p:cNvSpPr/>
                <p:nvPr/>
              </p:nvSpPr>
              <p:spPr>
                <a:xfrm>
                  <a:off x="4765255" y="23361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24" name="Rectangle 25">
                  <a:extLst>
                    <a:ext uri="{FF2B5EF4-FFF2-40B4-BE49-F238E27FC236}">
                      <a16:creationId xmlns:a16="http://schemas.microsoft.com/office/drawing/2014/main" id="{5F70FACB-357C-D701-6096-8E360192A527}"/>
                    </a:ext>
                  </a:extLst>
                </p:cNvPr>
                <p:cNvSpPr/>
                <p:nvPr/>
              </p:nvSpPr>
              <p:spPr>
                <a:xfrm>
                  <a:off x="4900588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25" name="Rectangle 26">
                  <a:extLst>
                    <a:ext uri="{FF2B5EF4-FFF2-40B4-BE49-F238E27FC236}">
                      <a16:creationId xmlns:a16="http://schemas.microsoft.com/office/drawing/2014/main" id="{0A84BF3B-191E-673A-08A3-1B96F2F1C2EC}"/>
                    </a:ext>
                  </a:extLst>
                </p:cNvPr>
                <p:cNvSpPr/>
                <p:nvPr/>
              </p:nvSpPr>
              <p:spPr>
                <a:xfrm>
                  <a:off x="5096988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26" name="Rectangle 27">
                  <a:extLst>
                    <a:ext uri="{FF2B5EF4-FFF2-40B4-BE49-F238E27FC236}">
                      <a16:creationId xmlns:a16="http://schemas.microsoft.com/office/drawing/2014/main" id="{F9AD7DF6-9423-1960-BA32-6481D47CB803}"/>
                    </a:ext>
                  </a:extLst>
                </p:cNvPr>
                <p:cNvSpPr/>
                <p:nvPr/>
              </p:nvSpPr>
              <p:spPr>
                <a:xfrm>
                  <a:off x="5232958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27" name="Rectangle 28">
                  <a:extLst>
                    <a:ext uri="{FF2B5EF4-FFF2-40B4-BE49-F238E27FC236}">
                      <a16:creationId xmlns:a16="http://schemas.microsoft.com/office/drawing/2014/main" id="{84795162-4C5C-95AA-0B85-38AE3972D904}"/>
                    </a:ext>
                  </a:extLst>
                </p:cNvPr>
                <p:cNvSpPr/>
                <p:nvPr/>
              </p:nvSpPr>
              <p:spPr>
                <a:xfrm>
                  <a:off x="5429358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28" name="Rectangle 29">
                  <a:extLst>
                    <a:ext uri="{FF2B5EF4-FFF2-40B4-BE49-F238E27FC236}">
                      <a16:creationId xmlns:a16="http://schemas.microsoft.com/office/drawing/2014/main" id="{A07F636B-8984-AFBA-3FEC-7BB4B34FE77D}"/>
                    </a:ext>
                  </a:extLst>
                </p:cNvPr>
                <p:cNvSpPr/>
                <p:nvPr/>
              </p:nvSpPr>
              <p:spPr>
                <a:xfrm>
                  <a:off x="5565328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29" name="Rectangle 30">
                  <a:extLst>
                    <a:ext uri="{FF2B5EF4-FFF2-40B4-BE49-F238E27FC236}">
                      <a16:creationId xmlns:a16="http://schemas.microsoft.com/office/drawing/2014/main" id="{7853B08A-0232-13FE-773A-EE2E1A297C14}"/>
                    </a:ext>
                  </a:extLst>
                </p:cNvPr>
                <p:cNvSpPr/>
                <p:nvPr/>
              </p:nvSpPr>
              <p:spPr>
                <a:xfrm>
                  <a:off x="5761728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30" name="Rectangle 31">
                  <a:extLst>
                    <a:ext uri="{FF2B5EF4-FFF2-40B4-BE49-F238E27FC236}">
                      <a16:creationId xmlns:a16="http://schemas.microsoft.com/office/drawing/2014/main" id="{757201B1-BC45-D627-53C6-2AC3620993F0}"/>
                    </a:ext>
                  </a:extLst>
                </p:cNvPr>
                <p:cNvSpPr/>
                <p:nvPr/>
              </p:nvSpPr>
              <p:spPr>
                <a:xfrm>
                  <a:off x="5897697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31" name="Rectangle 32">
                  <a:extLst>
                    <a:ext uri="{FF2B5EF4-FFF2-40B4-BE49-F238E27FC236}">
                      <a16:creationId xmlns:a16="http://schemas.microsoft.com/office/drawing/2014/main" id="{8EAC9A49-9B06-0305-852D-48CD92DF94D2}"/>
                    </a:ext>
                  </a:extLst>
                </p:cNvPr>
                <p:cNvSpPr/>
                <p:nvPr/>
              </p:nvSpPr>
              <p:spPr>
                <a:xfrm>
                  <a:off x="6094098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32" name="Rectangle 33">
                  <a:extLst>
                    <a:ext uri="{FF2B5EF4-FFF2-40B4-BE49-F238E27FC236}">
                      <a16:creationId xmlns:a16="http://schemas.microsoft.com/office/drawing/2014/main" id="{021C8218-E958-7C34-672B-F8C54549C6B6}"/>
                    </a:ext>
                  </a:extLst>
                </p:cNvPr>
                <p:cNvSpPr/>
                <p:nvPr/>
              </p:nvSpPr>
              <p:spPr>
                <a:xfrm>
                  <a:off x="6230067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33" name="Rectangle 34">
                  <a:extLst>
                    <a:ext uri="{FF2B5EF4-FFF2-40B4-BE49-F238E27FC236}">
                      <a16:creationId xmlns:a16="http://schemas.microsoft.com/office/drawing/2014/main" id="{616519AA-AB7C-3841-821F-4DA9ABA8FE93}"/>
                    </a:ext>
                  </a:extLst>
                </p:cNvPr>
                <p:cNvSpPr/>
                <p:nvPr/>
              </p:nvSpPr>
              <p:spPr>
                <a:xfrm>
                  <a:off x="6426467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34" name="Rectangle 35">
                  <a:extLst>
                    <a:ext uri="{FF2B5EF4-FFF2-40B4-BE49-F238E27FC236}">
                      <a16:creationId xmlns:a16="http://schemas.microsoft.com/office/drawing/2014/main" id="{8659F2B2-E3DE-0EBC-6914-0755A5DFE9FD}"/>
                    </a:ext>
                  </a:extLst>
                </p:cNvPr>
                <p:cNvSpPr/>
                <p:nvPr/>
              </p:nvSpPr>
              <p:spPr>
                <a:xfrm>
                  <a:off x="6562436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35" name="Rectangle 36">
                  <a:extLst>
                    <a:ext uri="{FF2B5EF4-FFF2-40B4-BE49-F238E27FC236}">
                      <a16:creationId xmlns:a16="http://schemas.microsoft.com/office/drawing/2014/main" id="{F4B04AF4-6455-5F8A-6AF2-58656892F503}"/>
                    </a:ext>
                  </a:extLst>
                </p:cNvPr>
                <p:cNvSpPr/>
                <p:nvPr/>
              </p:nvSpPr>
              <p:spPr>
                <a:xfrm>
                  <a:off x="6758836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36" name="Rectangle 37">
                  <a:extLst>
                    <a:ext uri="{FF2B5EF4-FFF2-40B4-BE49-F238E27FC236}">
                      <a16:creationId xmlns:a16="http://schemas.microsoft.com/office/drawing/2014/main" id="{385539CC-97C6-0B07-6E93-DE7AE523FDC2}"/>
                    </a:ext>
                  </a:extLst>
                </p:cNvPr>
                <p:cNvSpPr/>
                <p:nvPr/>
              </p:nvSpPr>
              <p:spPr>
                <a:xfrm>
                  <a:off x="6894806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37" name="Rectangle 38">
                  <a:extLst>
                    <a:ext uri="{FF2B5EF4-FFF2-40B4-BE49-F238E27FC236}">
                      <a16:creationId xmlns:a16="http://schemas.microsoft.com/office/drawing/2014/main" id="{FCBA279E-F72D-E562-4CE7-036D47B6C77A}"/>
                    </a:ext>
                  </a:extLst>
                </p:cNvPr>
                <p:cNvSpPr/>
                <p:nvPr/>
              </p:nvSpPr>
              <p:spPr>
                <a:xfrm>
                  <a:off x="7091206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38" name="Rectangle 39">
                  <a:extLst>
                    <a:ext uri="{FF2B5EF4-FFF2-40B4-BE49-F238E27FC236}">
                      <a16:creationId xmlns:a16="http://schemas.microsoft.com/office/drawing/2014/main" id="{3E3D1A99-0E3A-4522-DECE-AE59ADAF6BFC}"/>
                    </a:ext>
                  </a:extLst>
                </p:cNvPr>
                <p:cNvSpPr/>
                <p:nvPr/>
              </p:nvSpPr>
              <p:spPr>
                <a:xfrm>
                  <a:off x="7227175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39" name="Rectangle 88">
                  <a:extLst>
                    <a:ext uri="{FF2B5EF4-FFF2-40B4-BE49-F238E27FC236}">
                      <a16:creationId xmlns:a16="http://schemas.microsoft.com/office/drawing/2014/main" id="{43966F0B-A7AC-C352-C77C-4A62F93746A5}"/>
                    </a:ext>
                  </a:extLst>
                </p:cNvPr>
                <p:cNvSpPr/>
                <p:nvPr/>
              </p:nvSpPr>
              <p:spPr>
                <a:xfrm>
                  <a:off x="4764619" y="2565304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40" name="Rectangle 89">
                  <a:extLst>
                    <a:ext uri="{FF2B5EF4-FFF2-40B4-BE49-F238E27FC236}">
                      <a16:creationId xmlns:a16="http://schemas.microsoft.com/office/drawing/2014/main" id="{7D008D99-617D-957C-3763-4810A32A60ED}"/>
                    </a:ext>
                  </a:extLst>
                </p:cNvPr>
                <p:cNvSpPr/>
                <p:nvPr/>
              </p:nvSpPr>
              <p:spPr>
                <a:xfrm>
                  <a:off x="4900588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41" name="Rectangle 90">
                  <a:extLst>
                    <a:ext uri="{FF2B5EF4-FFF2-40B4-BE49-F238E27FC236}">
                      <a16:creationId xmlns:a16="http://schemas.microsoft.com/office/drawing/2014/main" id="{CC9554EB-FE36-7629-8022-BD2DC95779E2}"/>
                    </a:ext>
                  </a:extLst>
                </p:cNvPr>
                <p:cNvSpPr/>
                <p:nvPr/>
              </p:nvSpPr>
              <p:spPr>
                <a:xfrm>
                  <a:off x="5096988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42" name="Rectangle 91">
                  <a:extLst>
                    <a:ext uri="{FF2B5EF4-FFF2-40B4-BE49-F238E27FC236}">
                      <a16:creationId xmlns:a16="http://schemas.microsoft.com/office/drawing/2014/main" id="{7C318BCA-ED36-E019-DF78-0ADF6100877B}"/>
                    </a:ext>
                  </a:extLst>
                </p:cNvPr>
                <p:cNvSpPr/>
                <p:nvPr/>
              </p:nvSpPr>
              <p:spPr>
                <a:xfrm>
                  <a:off x="5232958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43" name="Rectangle 92">
                  <a:extLst>
                    <a:ext uri="{FF2B5EF4-FFF2-40B4-BE49-F238E27FC236}">
                      <a16:creationId xmlns:a16="http://schemas.microsoft.com/office/drawing/2014/main" id="{BC5B1991-61F6-6633-AA7A-E8D76DC76917}"/>
                    </a:ext>
                  </a:extLst>
                </p:cNvPr>
                <p:cNvSpPr/>
                <p:nvPr/>
              </p:nvSpPr>
              <p:spPr>
                <a:xfrm>
                  <a:off x="5429358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44" name="Rectangle 93">
                  <a:extLst>
                    <a:ext uri="{FF2B5EF4-FFF2-40B4-BE49-F238E27FC236}">
                      <a16:creationId xmlns:a16="http://schemas.microsoft.com/office/drawing/2014/main" id="{16343C00-733A-CBAA-C387-89411C744D4A}"/>
                    </a:ext>
                  </a:extLst>
                </p:cNvPr>
                <p:cNvSpPr/>
                <p:nvPr/>
              </p:nvSpPr>
              <p:spPr>
                <a:xfrm>
                  <a:off x="5565328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45" name="Rectangle 94">
                  <a:extLst>
                    <a:ext uri="{FF2B5EF4-FFF2-40B4-BE49-F238E27FC236}">
                      <a16:creationId xmlns:a16="http://schemas.microsoft.com/office/drawing/2014/main" id="{9FB6AE1B-A93F-58CF-2EF4-A8CC41C96528}"/>
                    </a:ext>
                  </a:extLst>
                </p:cNvPr>
                <p:cNvSpPr/>
                <p:nvPr/>
              </p:nvSpPr>
              <p:spPr>
                <a:xfrm>
                  <a:off x="5761728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46" name="Rectangle 95">
                  <a:extLst>
                    <a:ext uri="{FF2B5EF4-FFF2-40B4-BE49-F238E27FC236}">
                      <a16:creationId xmlns:a16="http://schemas.microsoft.com/office/drawing/2014/main" id="{6D104AE1-19B6-2A75-68B0-621A2B834374}"/>
                    </a:ext>
                  </a:extLst>
                </p:cNvPr>
                <p:cNvSpPr/>
                <p:nvPr/>
              </p:nvSpPr>
              <p:spPr>
                <a:xfrm>
                  <a:off x="5897697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47" name="Rectangle 96">
                  <a:extLst>
                    <a:ext uri="{FF2B5EF4-FFF2-40B4-BE49-F238E27FC236}">
                      <a16:creationId xmlns:a16="http://schemas.microsoft.com/office/drawing/2014/main" id="{2EFE8C26-0079-6C9B-1DAF-57E8D37E7046}"/>
                    </a:ext>
                  </a:extLst>
                </p:cNvPr>
                <p:cNvSpPr/>
                <p:nvPr/>
              </p:nvSpPr>
              <p:spPr>
                <a:xfrm>
                  <a:off x="6094098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48" name="Rectangle 97">
                  <a:extLst>
                    <a:ext uri="{FF2B5EF4-FFF2-40B4-BE49-F238E27FC236}">
                      <a16:creationId xmlns:a16="http://schemas.microsoft.com/office/drawing/2014/main" id="{C349888D-2711-C537-D3A9-203A1B25E650}"/>
                    </a:ext>
                  </a:extLst>
                </p:cNvPr>
                <p:cNvSpPr/>
                <p:nvPr/>
              </p:nvSpPr>
              <p:spPr>
                <a:xfrm>
                  <a:off x="6230067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49" name="Rectangle 98">
                  <a:extLst>
                    <a:ext uri="{FF2B5EF4-FFF2-40B4-BE49-F238E27FC236}">
                      <a16:creationId xmlns:a16="http://schemas.microsoft.com/office/drawing/2014/main" id="{079A8448-68E4-BA68-C5D4-91A7DBE85C50}"/>
                    </a:ext>
                  </a:extLst>
                </p:cNvPr>
                <p:cNvSpPr/>
                <p:nvPr/>
              </p:nvSpPr>
              <p:spPr>
                <a:xfrm>
                  <a:off x="6426467" y="2576057"/>
                  <a:ext cx="226616" cy="145321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50" name="Rectangle 99">
                  <a:extLst>
                    <a:ext uri="{FF2B5EF4-FFF2-40B4-BE49-F238E27FC236}">
                      <a16:creationId xmlns:a16="http://schemas.microsoft.com/office/drawing/2014/main" id="{706438F5-6097-2DC7-F200-EA8A7C75CD02}"/>
                    </a:ext>
                  </a:extLst>
                </p:cNvPr>
                <p:cNvSpPr/>
                <p:nvPr/>
              </p:nvSpPr>
              <p:spPr>
                <a:xfrm>
                  <a:off x="6562436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51" name="Rectangle 100">
                  <a:extLst>
                    <a:ext uri="{FF2B5EF4-FFF2-40B4-BE49-F238E27FC236}">
                      <a16:creationId xmlns:a16="http://schemas.microsoft.com/office/drawing/2014/main" id="{16FBF338-D25D-1E9B-5008-C92859F4D489}"/>
                    </a:ext>
                  </a:extLst>
                </p:cNvPr>
                <p:cNvSpPr/>
                <p:nvPr/>
              </p:nvSpPr>
              <p:spPr>
                <a:xfrm>
                  <a:off x="6758836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52" name="Rectangle 101">
                  <a:extLst>
                    <a:ext uri="{FF2B5EF4-FFF2-40B4-BE49-F238E27FC236}">
                      <a16:creationId xmlns:a16="http://schemas.microsoft.com/office/drawing/2014/main" id="{0B9B4FFD-C7AA-A605-F02A-D1D2A6956DA7}"/>
                    </a:ext>
                  </a:extLst>
                </p:cNvPr>
                <p:cNvSpPr/>
                <p:nvPr/>
              </p:nvSpPr>
              <p:spPr>
                <a:xfrm>
                  <a:off x="6894806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53" name="Rectangle 102">
                  <a:extLst>
                    <a:ext uri="{FF2B5EF4-FFF2-40B4-BE49-F238E27FC236}">
                      <a16:creationId xmlns:a16="http://schemas.microsoft.com/office/drawing/2014/main" id="{0AA9BE8F-7EA3-95B0-5386-CECEF9D9C354}"/>
                    </a:ext>
                  </a:extLst>
                </p:cNvPr>
                <p:cNvSpPr/>
                <p:nvPr/>
              </p:nvSpPr>
              <p:spPr>
                <a:xfrm>
                  <a:off x="7091206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54" name="Rectangle 103">
                  <a:extLst>
                    <a:ext uri="{FF2B5EF4-FFF2-40B4-BE49-F238E27FC236}">
                      <a16:creationId xmlns:a16="http://schemas.microsoft.com/office/drawing/2014/main" id="{BB966C18-B8F6-5EF3-8AFD-7DAFF8681FCD}"/>
                    </a:ext>
                  </a:extLst>
                </p:cNvPr>
                <p:cNvSpPr/>
                <p:nvPr/>
              </p:nvSpPr>
              <p:spPr>
                <a:xfrm>
                  <a:off x="7227175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55" name="Rectangle 24">
                  <a:extLst>
                    <a:ext uri="{FF2B5EF4-FFF2-40B4-BE49-F238E27FC236}">
                      <a16:creationId xmlns:a16="http://schemas.microsoft.com/office/drawing/2014/main" id="{5544600E-C00E-6BE0-2292-D76B33BD7565}"/>
                    </a:ext>
                  </a:extLst>
                </p:cNvPr>
                <p:cNvSpPr/>
                <p:nvPr/>
              </p:nvSpPr>
              <p:spPr>
                <a:xfrm>
                  <a:off x="4765255" y="280951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56" name="Rectangle 25">
                  <a:extLst>
                    <a:ext uri="{FF2B5EF4-FFF2-40B4-BE49-F238E27FC236}">
                      <a16:creationId xmlns:a16="http://schemas.microsoft.com/office/drawing/2014/main" id="{9240C103-4EAC-626A-29D9-C603161F2F50}"/>
                    </a:ext>
                  </a:extLst>
                </p:cNvPr>
                <p:cNvSpPr/>
                <p:nvPr/>
              </p:nvSpPr>
              <p:spPr>
                <a:xfrm>
                  <a:off x="4900588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57" name="Rectangle 26">
                  <a:extLst>
                    <a:ext uri="{FF2B5EF4-FFF2-40B4-BE49-F238E27FC236}">
                      <a16:creationId xmlns:a16="http://schemas.microsoft.com/office/drawing/2014/main" id="{6E7000EB-6D01-3D7A-5849-6451EA0D0AC4}"/>
                    </a:ext>
                  </a:extLst>
                </p:cNvPr>
                <p:cNvSpPr/>
                <p:nvPr/>
              </p:nvSpPr>
              <p:spPr>
                <a:xfrm>
                  <a:off x="5096988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58" name="Rectangle 27">
                  <a:extLst>
                    <a:ext uri="{FF2B5EF4-FFF2-40B4-BE49-F238E27FC236}">
                      <a16:creationId xmlns:a16="http://schemas.microsoft.com/office/drawing/2014/main" id="{2F98A8B3-4393-7AE9-3D0A-A55C69B56368}"/>
                    </a:ext>
                  </a:extLst>
                </p:cNvPr>
                <p:cNvSpPr/>
                <p:nvPr/>
              </p:nvSpPr>
              <p:spPr>
                <a:xfrm>
                  <a:off x="5232958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59" name="Rectangle 28">
                  <a:extLst>
                    <a:ext uri="{FF2B5EF4-FFF2-40B4-BE49-F238E27FC236}">
                      <a16:creationId xmlns:a16="http://schemas.microsoft.com/office/drawing/2014/main" id="{01EE9253-AD1B-8DE7-37E3-77C6C6A77245}"/>
                    </a:ext>
                  </a:extLst>
                </p:cNvPr>
                <p:cNvSpPr/>
                <p:nvPr/>
              </p:nvSpPr>
              <p:spPr>
                <a:xfrm>
                  <a:off x="5429358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60" name="Rectangle 29">
                  <a:extLst>
                    <a:ext uri="{FF2B5EF4-FFF2-40B4-BE49-F238E27FC236}">
                      <a16:creationId xmlns:a16="http://schemas.microsoft.com/office/drawing/2014/main" id="{EBC33BB3-A386-C721-F87D-1A5FEEAB072A}"/>
                    </a:ext>
                  </a:extLst>
                </p:cNvPr>
                <p:cNvSpPr/>
                <p:nvPr/>
              </p:nvSpPr>
              <p:spPr>
                <a:xfrm>
                  <a:off x="5565328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61" name="Rectangle 30">
                  <a:extLst>
                    <a:ext uri="{FF2B5EF4-FFF2-40B4-BE49-F238E27FC236}">
                      <a16:creationId xmlns:a16="http://schemas.microsoft.com/office/drawing/2014/main" id="{07CAF5A3-7368-4FD2-5718-2BC7BC5EA82C}"/>
                    </a:ext>
                  </a:extLst>
                </p:cNvPr>
                <p:cNvSpPr/>
                <p:nvPr/>
              </p:nvSpPr>
              <p:spPr>
                <a:xfrm>
                  <a:off x="5761728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62" name="Rectangle 31">
                  <a:extLst>
                    <a:ext uri="{FF2B5EF4-FFF2-40B4-BE49-F238E27FC236}">
                      <a16:creationId xmlns:a16="http://schemas.microsoft.com/office/drawing/2014/main" id="{2D857D1B-67F9-3F05-4B9C-A559A6244DE8}"/>
                    </a:ext>
                  </a:extLst>
                </p:cNvPr>
                <p:cNvSpPr/>
                <p:nvPr/>
              </p:nvSpPr>
              <p:spPr>
                <a:xfrm>
                  <a:off x="5897697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63" name="Rectangle 32">
                  <a:extLst>
                    <a:ext uri="{FF2B5EF4-FFF2-40B4-BE49-F238E27FC236}">
                      <a16:creationId xmlns:a16="http://schemas.microsoft.com/office/drawing/2014/main" id="{A2E06431-3F49-DC95-4EC1-D7883CCB4659}"/>
                    </a:ext>
                  </a:extLst>
                </p:cNvPr>
                <p:cNvSpPr/>
                <p:nvPr/>
              </p:nvSpPr>
              <p:spPr>
                <a:xfrm>
                  <a:off x="6094098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64" name="Rectangle 33">
                  <a:extLst>
                    <a:ext uri="{FF2B5EF4-FFF2-40B4-BE49-F238E27FC236}">
                      <a16:creationId xmlns:a16="http://schemas.microsoft.com/office/drawing/2014/main" id="{DF56068A-5B02-428F-339C-F0F47B335B4B}"/>
                    </a:ext>
                  </a:extLst>
                </p:cNvPr>
                <p:cNvSpPr/>
                <p:nvPr/>
              </p:nvSpPr>
              <p:spPr>
                <a:xfrm>
                  <a:off x="6230067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65" name="Rectangle 34">
                  <a:extLst>
                    <a:ext uri="{FF2B5EF4-FFF2-40B4-BE49-F238E27FC236}">
                      <a16:creationId xmlns:a16="http://schemas.microsoft.com/office/drawing/2014/main" id="{D2684EBA-8720-D2AB-6399-BC3086C8E48D}"/>
                    </a:ext>
                  </a:extLst>
                </p:cNvPr>
                <p:cNvSpPr/>
                <p:nvPr/>
              </p:nvSpPr>
              <p:spPr>
                <a:xfrm>
                  <a:off x="6426467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66" name="Rectangle 35">
                  <a:extLst>
                    <a:ext uri="{FF2B5EF4-FFF2-40B4-BE49-F238E27FC236}">
                      <a16:creationId xmlns:a16="http://schemas.microsoft.com/office/drawing/2014/main" id="{009DF788-2B72-575B-7A90-9F94B7F0D451}"/>
                    </a:ext>
                  </a:extLst>
                </p:cNvPr>
                <p:cNvSpPr/>
                <p:nvPr/>
              </p:nvSpPr>
              <p:spPr>
                <a:xfrm>
                  <a:off x="6562436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67" name="Rectangle 36">
                  <a:extLst>
                    <a:ext uri="{FF2B5EF4-FFF2-40B4-BE49-F238E27FC236}">
                      <a16:creationId xmlns:a16="http://schemas.microsoft.com/office/drawing/2014/main" id="{B86B57EA-3EE8-3CE3-63C8-D4FAAD4CD6F2}"/>
                    </a:ext>
                  </a:extLst>
                </p:cNvPr>
                <p:cNvSpPr/>
                <p:nvPr/>
              </p:nvSpPr>
              <p:spPr>
                <a:xfrm>
                  <a:off x="6758836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68" name="Rectangle 37">
                  <a:extLst>
                    <a:ext uri="{FF2B5EF4-FFF2-40B4-BE49-F238E27FC236}">
                      <a16:creationId xmlns:a16="http://schemas.microsoft.com/office/drawing/2014/main" id="{6DF6EE52-EA40-8FCA-24B5-3D5F98B504A1}"/>
                    </a:ext>
                  </a:extLst>
                </p:cNvPr>
                <p:cNvSpPr/>
                <p:nvPr/>
              </p:nvSpPr>
              <p:spPr>
                <a:xfrm>
                  <a:off x="6894806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69" name="Rectangle 38">
                  <a:extLst>
                    <a:ext uri="{FF2B5EF4-FFF2-40B4-BE49-F238E27FC236}">
                      <a16:creationId xmlns:a16="http://schemas.microsoft.com/office/drawing/2014/main" id="{C5F36B39-CB5B-DFA0-DE51-0713790247F7}"/>
                    </a:ext>
                  </a:extLst>
                </p:cNvPr>
                <p:cNvSpPr/>
                <p:nvPr/>
              </p:nvSpPr>
              <p:spPr>
                <a:xfrm>
                  <a:off x="7091206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70" name="Rectangle 39">
                  <a:extLst>
                    <a:ext uri="{FF2B5EF4-FFF2-40B4-BE49-F238E27FC236}">
                      <a16:creationId xmlns:a16="http://schemas.microsoft.com/office/drawing/2014/main" id="{01015D33-9A4C-2CB7-601E-F6CD25040931}"/>
                    </a:ext>
                  </a:extLst>
                </p:cNvPr>
                <p:cNvSpPr/>
                <p:nvPr/>
              </p:nvSpPr>
              <p:spPr>
                <a:xfrm>
                  <a:off x="7227175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71" name="Rectangle 88">
                  <a:extLst>
                    <a:ext uri="{FF2B5EF4-FFF2-40B4-BE49-F238E27FC236}">
                      <a16:creationId xmlns:a16="http://schemas.microsoft.com/office/drawing/2014/main" id="{95ED2273-672C-43E7-286E-401D24BF48B2}"/>
                    </a:ext>
                  </a:extLst>
                </p:cNvPr>
                <p:cNvSpPr/>
                <p:nvPr/>
              </p:nvSpPr>
              <p:spPr>
                <a:xfrm>
                  <a:off x="4764619" y="3038680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72" name="Rectangle 89">
                  <a:extLst>
                    <a:ext uri="{FF2B5EF4-FFF2-40B4-BE49-F238E27FC236}">
                      <a16:creationId xmlns:a16="http://schemas.microsoft.com/office/drawing/2014/main" id="{98D4E6FA-0AB4-D11E-6429-F6E99BE1F6DA}"/>
                    </a:ext>
                  </a:extLst>
                </p:cNvPr>
                <p:cNvSpPr/>
                <p:nvPr/>
              </p:nvSpPr>
              <p:spPr>
                <a:xfrm>
                  <a:off x="4900588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73" name="Rectangle 90">
                  <a:extLst>
                    <a:ext uri="{FF2B5EF4-FFF2-40B4-BE49-F238E27FC236}">
                      <a16:creationId xmlns:a16="http://schemas.microsoft.com/office/drawing/2014/main" id="{9D9453FB-DD7F-F4E5-1A18-CB040D57AD8D}"/>
                    </a:ext>
                  </a:extLst>
                </p:cNvPr>
                <p:cNvSpPr/>
                <p:nvPr/>
              </p:nvSpPr>
              <p:spPr>
                <a:xfrm>
                  <a:off x="5096988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74" name="Rectangle 91">
                  <a:extLst>
                    <a:ext uri="{FF2B5EF4-FFF2-40B4-BE49-F238E27FC236}">
                      <a16:creationId xmlns:a16="http://schemas.microsoft.com/office/drawing/2014/main" id="{59180791-D0DA-6DD7-C9C8-B47A2AA0F9DD}"/>
                    </a:ext>
                  </a:extLst>
                </p:cNvPr>
                <p:cNvSpPr/>
                <p:nvPr/>
              </p:nvSpPr>
              <p:spPr>
                <a:xfrm>
                  <a:off x="5232958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75" name="Rectangle 92">
                  <a:extLst>
                    <a:ext uri="{FF2B5EF4-FFF2-40B4-BE49-F238E27FC236}">
                      <a16:creationId xmlns:a16="http://schemas.microsoft.com/office/drawing/2014/main" id="{8F14DFA8-9471-6CE9-1EF3-93FAD2C768F0}"/>
                    </a:ext>
                  </a:extLst>
                </p:cNvPr>
                <p:cNvSpPr/>
                <p:nvPr/>
              </p:nvSpPr>
              <p:spPr>
                <a:xfrm>
                  <a:off x="5429358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76" name="Rectangle 93">
                  <a:extLst>
                    <a:ext uri="{FF2B5EF4-FFF2-40B4-BE49-F238E27FC236}">
                      <a16:creationId xmlns:a16="http://schemas.microsoft.com/office/drawing/2014/main" id="{1BFABD28-566D-12AD-3B30-3AA6A9D0CF2C}"/>
                    </a:ext>
                  </a:extLst>
                </p:cNvPr>
                <p:cNvSpPr/>
                <p:nvPr/>
              </p:nvSpPr>
              <p:spPr>
                <a:xfrm>
                  <a:off x="5565328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77" name="Rectangle 94">
                  <a:extLst>
                    <a:ext uri="{FF2B5EF4-FFF2-40B4-BE49-F238E27FC236}">
                      <a16:creationId xmlns:a16="http://schemas.microsoft.com/office/drawing/2014/main" id="{8AEEDBBF-F274-A789-2A4C-E20585F28A3F}"/>
                    </a:ext>
                  </a:extLst>
                </p:cNvPr>
                <p:cNvSpPr/>
                <p:nvPr/>
              </p:nvSpPr>
              <p:spPr>
                <a:xfrm>
                  <a:off x="5761728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78" name="Rectangle 95">
                  <a:extLst>
                    <a:ext uri="{FF2B5EF4-FFF2-40B4-BE49-F238E27FC236}">
                      <a16:creationId xmlns:a16="http://schemas.microsoft.com/office/drawing/2014/main" id="{FE750F8F-19FC-7F88-A5F5-BFD10E7F666F}"/>
                    </a:ext>
                  </a:extLst>
                </p:cNvPr>
                <p:cNvSpPr/>
                <p:nvPr/>
              </p:nvSpPr>
              <p:spPr>
                <a:xfrm>
                  <a:off x="5897697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79" name="Rectangle 96">
                  <a:extLst>
                    <a:ext uri="{FF2B5EF4-FFF2-40B4-BE49-F238E27FC236}">
                      <a16:creationId xmlns:a16="http://schemas.microsoft.com/office/drawing/2014/main" id="{08F2C824-6571-B037-4C5B-1DD803404086}"/>
                    </a:ext>
                  </a:extLst>
                </p:cNvPr>
                <p:cNvSpPr/>
                <p:nvPr/>
              </p:nvSpPr>
              <p:spPr>
                <a:xfrm>
                  <a:off x="6094098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80" name="Rectangle 97">
                  <a:extLst>
                    <a:ext uri="{FF2B5EF4-FFF2-40B4-BE49-F238E27FC236}">
                      <a16:creationId xmlns:a16="http://schemas.microsoft.com/office/drawing/2014/main" id="{9D5C2A2F-328B-9E74-2BE0-02DD6C95B799}"/>
                    </a:ext>
                  </a:extLst>
                </p:cNvPr>
                <p:cNvSpPr/>
                <p:nvPr/>
              </p:nvSpPr>
              <p:spPr>
                <a:xfrm>
                  <a:off x="6230067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81" name="Rectangle 98">
                  <a:extLst>
                    <a:ext uri="{FF2B5EF4-FFF2-40B4-BE49-F238E27FC236}">
                      <a16:creationId xmlns:a16="http://schemas.microsoft.com/office/drawing/2014/main" id="{2C80A175-62DB-61FA-21C0-611295F131A3}"/>
                    </a:ext>
                  </a:extLst>
                </p:cNvPr>
                <p:cNvSpPr/>
                <p:nvPr/>
              </p:nvSpPr>
              <p:spPr>
                <a:xfrm>
                  <a:off x="6426466" y="3049432"/>
                  <a:ext cx="226616" cy="145323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82" name="Rectangle 99">
                  <a:extLst>
                    <a:ext uri="{FF2B5EF4-FFF2-40B4-BE49-F238E27FC236}">
                      <a16:creationId xmlns:a16="http://schemas.microsoft.com/office/drawing/2014/main" id="{D01D9F87-8DF6-3B8C-6DD1-0FCA0BC07AD9}"/>
                    </a:ext>
                  </a:extLst>
                </p:cNvPr>
                <p:cNvSpPr/>
                <p:nvPr/>
              </p:nvSpPr>
              <p:spPr>
                <a:xfrm>
                  <a:off x="6562436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83" name="Rectangle 100">
                  <a:extLst>
                    <a:ext uri="{FF2B5EF4-FFF2-40B4-BE49-F238E27FC236}">
                      <a16:creationId xmlns:a16="http://schemas.microsoft.com/office/drawing/2014/main" id="{E57143B5-6C8E-F2E1-C5EA-9F61372E2016}"/>
                    </a:ext>
                  </a:extLst>
                </p:cNvPr>
                <p:cNvSpPr/>
                <p:nvPr/>
              </p:nvSpPr>
              <p:spPr>
                <a:xfrm>
                  <a:off x="6758836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84" name="Rectangle 101">
                  <a:extLst>
                    <a:ext uri="{FF2B5EF4-FFF2-40B4-BE49-F238E27FC236}">
                      <a16:creationId xmlns:a16="http://schemas.microsoft.com/office/drawing/2014/main" id="{8E4B44CE-F345-87E8-1D2E-22E5C5D7D390}"/>
                    </a:ext>
                  </a:extLst>
                </p:cNvPr>
                <p:cNvSpPr/>
                <p:nvPr/>
              </p:nvSpPr>
              <p:spPr>
                <a:xfrm>
                  <a:off x="6894806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85" name="Rectangle 102">
                  <a:extLst>
                    <a:ext uri="{FF2B5EF4-FFF2-40B4-BE49-F238E27FC236}">
                      <a16:creationId xmlns:a16="http://schemas.microsoft.com/office/drawing/2014/main" id="{644DFAFF-C418-3707-49B4-09E8751E6443}"/>
                    </a:ext>
                  </a:extLst>
                </p:cNvPr>
                <p:cNvSpPr/>
                <p:nvPr/>
              </p:nvSpPr>
              <p:spPr>
                <a:xfrm>
                  <a:off x="7091206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86" name="Rectangle 103">
                  <a:extLst>
                    <a:ext uri="{FF2B5EF4-FFF2-40B4-BE49-F238E27FC236}">
                      <a16:creationId xmlns:a16="http://schemas.microsoft.com/office/drawing/2014/main" id="{A9ED8916-D9F9-FC40-8CA9-FC4473715C0B}"/>
                    </a:ext>
                  </a:extLst>
                </p:cNvPr>
                <p:cNvSpPr/>
                <p:nvPr/>
              </p:nvSpPr>
              <p:spPr>
                <a:xfrm>
                  <a:off x="7227175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87" name="Rectangle 24">
                  <a:extLst>
                    <a:ext uri="{FF2B5EF4-FFF2-40B4-BE49-F238E27FC236}">
                      <a16:creationId xmlns:a16="http://schemas.microsoft.com/office/drawing/2014/main" id="{DC8D5051-28A2-FBFC-35CC-26C9A4018752}"/>
                    </a:ext>
                  </a:extLst>
                </p:cNvPr>
                <p:cNvSpPr/>
                <p:nvPr/>
              </p:nvSpPr>
              <p:spPr>
                <a:xfrm>
                  <a:off x="4765255" y="32889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88" name="Rectangle 25">
                  <a:extLst>
                    <a:ext uri="{FF2B5EF4-FFF2-40B4-BE49-F238E27FC236}">
                      <a16:creationId xmlns:a16="http://schemas.microsoft.com/office/drawing/2014/main" id="{52D9636C-92DF-FAFF-D44E-1237663F15D3}"/>
                    </a:ext>
                  </a:extLst>
                </p:cNvPr>
                <p:cNvSpPr/>
                <p:nvPr/>
              </p:nvSpPr>
              <p:spPr>
                <a:xfrm>
                  <a:off x="4900588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89" name="Rectangle 26">
                  <a:extLst>
                    <a:ext uri="{FF2B5EF4-FFF2-40B4-BE49-F238E27FC236}">
                      <a16:creationId xmlns:a16="http://schemas.microsoft.com/office/drawing/2014/main" id="{F0D6E042-5A03-BBDA-10AE-40A374742FD9}"/>
                    </a:ext>
                  </a:extLst>
                </p:cNvPr>
                <p:cNvSpPr/>
                <p:nvPr/>
              </p:nvSpPr>
              <p:spPr>
                <a:xfrm>
                  <a:off x="5096988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90" name="Rectangle 27">
                  <a:extLst>
                    <a:ext uri="{FF2B5EF4-FFF2-40B4-BE49-F238E27FC236}">
                      <a16:creationId xmlns:a16="http://schemas.microsoft.com/office/drawing/2014/main" id="{DC2292CC-5CCB-0167-F3C9-D21538A5FA7A}"/>
                    </a:ext>
                  </a:extLst>
                </p:cNvPr>
                <p:cNvSpPr/>
                <p:nvPr/>
              </p:nvSpPr>
              <p:spPr>
                <a:xfrm>
                  <a:off x="5232958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91" name="Rectangle 28">
                  <a:extLst>
                    <a:ext uri="{FF2B5EF4-FFF2-40B4-BE49-F238E27FC236}">
                      <a16:creationId xmlns:a16="http://schemas.microsoft.com/office/drawing/2014/main" id="{DF0B5619-15C9-D8CF-F455-2D1D93ADDE53}"/>
                    </a:ext>
                  </a:extLst>
                </p:cNvPr>
                <p:cNvSpPr/>
                <p:nvPr/>
              </p:nvSpPr>
              <p:spPr>
                <a:xfrm>
                  <a:off x="5429358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92" name="Rectangle 29">
                  <a:extLst>
                    <a:ext uri="{FF2B5EF4-FFF2-40B4-BE49-F238E27FC236}">
                      <a16:creationId xmlns:a16="http://schemas.microsoft.com/office/drawing/2014/main" id="{896D58FC-B645-AE40-F1AF-81E9FC0996E3}"/>
                    </a:ext>
                  </a:extLst>
                </p:cNvPr>
                <p:cNvSpPr/>
                <p:nvPr/>
              </p:nvSpPr>
              <p:spPr>
                <a:xfrm>
                  <a:off x="5565328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93" name="Rectangle 30">
                  <a:extLst>
                    <a:ext uri="{FF2B5EF4-FFF2-40B4-BE49-F238E27FC236}">
                      <a16:creationId xmlns:a16="http://schemas.microsoft.com/office/drawing/2014/main" id="{4D1FC5A9-A41D-817C-B5F0-00865A686334}"/>
                    </a:ext>
                  </a:extLst>
                </p:cNvPr>
                <p:cNvSpPr/>
                <p:nvPr/>
              </p:nvSpPr>
              <p:spPr>
                <a:xfrm>
                  <a:off x="5761728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94" name="Rectangle 31">
                  <a:extLst>
                    <a:ext uri="{FF2B5EF4-FFF2-40B4-BE49-F238E27FC236}">
                      <a16:creationId xmlns:a16="http://schemas.microsoft.com/office/drawing/2014/main" id="{596E25E3-4C1D-EB86-619B-CCE9E20FF726}"/>
                    </a:ext>
                  </a:extLst>
                </p:cNvPr>
                <p:cNvSpPr/>
                <p:nvPr/>
              </p:nvSpPr>
              <p:spPr>
                <a:xfrm>
                  <a:off x="5897697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95" name="Rectangle 32">
                  <a:extLst>
                    <a:ext uri="{FF2B5EF4-FFF2-40B4-BE49-F238E27FC236}">
                      <a16:creationId xmlns:a16="http://schemas.microsoft.com/office/drawing/2014/main" id="{30400DE7-AE89-AEC5-39C6-A95768B6A2BE}"/>
                    </a:ext>
                  </a:extLst>
                </p:cNvPr>
                <p:cNvSpPr/>
                <p:nvPr/>
              </p:nvSpPr>
              <p:spPr>
                <a:xfrm>
                  <a:off x="6094098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96" name="Rectangle 33">
                  <a:extLst>
                    <a:ext uri="{FF2B5EF4-FFF2-40B4-BE49-F238E27FC236}">
                      <a16:creationId xmlns:a16="http://schemas.microsoft.com/office/drawing/2014/main" id="{13D14786-4533-4D68-6393-CFCBBF619519}"/>
                    </a:ext>
                  </a:extLst>
                </p:cNvPr>
                <p:cNvSpPr/>
                <p:nvPr/>
              </p:nvSpPr>
              <p:spPr>
                <a:xfrm>
                  <a:off x="6230067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97" name="Rectangle 34">
                  <a:extLst>
                    <a:ext uri="{FF2B5EF4-FFF2-40B4-BE49-F238E27FC236}">
                      <a16:creationId xmlns:a16="http://schemas.microsoft.com/office/drawing/2014/main" id="{6641F74A-CB80-D0FA-C008-FE6163926A2D}"/>
                    </a:ext>
                  </a:extLst>
                </p:cNvPr>
                <p:cNvSpPr/>
                <p:nvPr/>
              </p:nvSpPr>
              <p:spPr>
                <a:xfrm>
                  <a:off x="6426467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98" name="Rectangle 35">
                  <a:extLst>
                    <a:ext uri="{FF2B5EF4-FFF2-40B4-BE49-F238E27FC236}">
                      <a16:creationId xmlns:a16="http://schemas.microsoft.com/office/drawing/2014/main" id="{F260F6A1-2689-F9A1-36B1-60F583C84DD4}"/>
                    </a:ext>
                  </a:extLst>
                </p:cNvPr>
                <p:cNvSpPr/>
                <p:nvPr/>
              </p:nvSpPr>
              <p:spPr>
                <a:xfrm>
                  <a:off x="6562436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99" name="Rectangle 36">
                  <a:extLst>
                    <a:ext uri="{FF2B5EF4-FFF2-40B4-BE49-F238E27FC236}">
                      <a16:creationId xmlns:a16="http://schemas.microsoft.com/office/drawing/2014/main" id="{D3D908FD-5EC1-9807-8B91-51FCACCCE4C9}"/>
                    </a:ext>
                  </a:extLst>
                </p:cNvPr>
                <p:cNvSpPr/>
                <p:nvPr/>
              </p:nvSpPr>
              <p:spPr>
                <a:xfrm>
                  <a:off x="6758836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00" name="Rectangle 37">
                  <a:extLst>
                    <a:ext uri="{FF2B5EF4-FFF2-40B4-BE49-F238E27FC236}">
                      <a16:creationId xmlns:a16="http://schemas.microsoft.com/office/drawing/2014/main" id="{B4D8BD2B-D040-B093-25E2-5567FEBC8771}"/>
                    </a:ext>
                  </a:extLst>
                </p:cNvPr>
                <p:cNvSpPr/>
                <p:nvPr/>
              </p:nvSpPr>
              <p:spPr>
                <a:xfrm>
                  <a:off x="6894806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01" name="Rectangle 38">
                  <a:extLst>
                    <a:ext uri="{FF2B5EF4-FFF2-40B4-BE49-F238E27FC236}">
                      <a16:creationId xmlns:a16="http://schemas.microsoft.com/office/drawing/2014/main" id="{C28D904D-49D7-777A-C91B-FB80A938D214}"/>
                    </a:ext>
                  </a:extLst>
                </p:cNvPr>
                <p:cNvSpPr/>
                <p:nvPr/>
              </p:nvSpPr>
              <p:spPr>
                <a:xfrm>
                  <a:off x="7091206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02" name="Rectangle 39">
                  <a:extLst>
                    <a:ext uri="{FF2B5EF4-FFF2-40B4-BE49-F238E27FC236}">
                      <a16:creationId xmlns:a16="http://schemas.microsoft.com/office/drawing/2014/main" id="{C20E53DC-0154-EF33-FB3B-8FF4AA041F66}"/>
                    </a:ext>
                  </a:extLst>
                </p:cNvPr>
                <p:cNvSpPr/>
                <p:nvPr/>
              </p:nvSpPr>
              <p:spPr>
                <a:xfrm>
                  <a:off x="7227175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03" name="Rectangle 88">
                  <a:extLst>
                    <a:ext uri="{FF2B5EF4-FFF2-40B4-BE49-F238E27FC236}">
                      <a16:creationId xmlns:a16="http://schemas.microsoft.com/office/drawing/2014/main" id="{EE9EC5E9-67EC-F322-3F73-E675066BCD7F}"/>
                    </a:ext>
                  </a:extLst>
                </p:cNvPr>
                <p:cNvSpPr/>
                <p:nvPr/>
              </p:nvSpPr>
              <p:spPr>
                <a:xfrm>
                  <a:off x="4764619" y="3518096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04" name="Rectangle 89">
                  <a:extLst>
                    <a:ext uri="{FF2B5EF4-FFF2-40B4-BE49-F238E27FC236}">
                      <a16:creationId xmlns:a16="http://schemas.microsoft.com/office/drawing/2014/main" id="{CACB4F50-7A91-2A78-B5A4-93B6E7B57B22}"/>
                    </a:ext>
                  </a:extLst>
                </p:cNvPr>
                <p:cNvSpPr/>
                <p:nvPr/>
              </p:nvSpPr>
              <p:spPr>
                <a:xfrm>
                  <a:off x="4900588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05" name="Rectangle 90">
                  <a:extLst>
                    <a:ext uri="{FF2B5EF4-FFF2-40B4-BE49-F238E27FC236}">
                      <a16:creationId xmlns:a16="http://schemas.microsoft.com/office/drawing/2014/main" id="{C6BACDF9-763E-9A5D-4387-B7EC510AEC6F}"/>
                    </a:ext>
                  </a:extLst>
                </p:cNvPr>
                <p:cNvSpPr/>
                <p:nvPr/>
              </p:nvSpPr>
              <p:spPr>
                <a:xfrm>
                  <a:off x="5096988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06" name="Rectangle 91">
                  <a:extLst>
                    <a:ext uri="{FF2B5EF4-FFF2-40B4-BE49-F238E27FC236}">
                      <a16:creationId xmlns:a16="http://schemas.microsoft.com/office/drawing/2014/main" id="{13E80D69-ACDA-2DA8-ABE4-815E7D414847}"/>
                    </a:ext>
                  </a:extLst>
                </p:cNvPr>
                <p:cNvSpPr/>
                <p:nvPr/>
              </p:nvSpPr>
              <p:spPr>
                <a:xfrm>
                  <a:off x="5232958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07" name="Rectangle 92">
                  <a:extLst>
                    <a:ext uri="{FF2B5EF4-FFF2-40B4-BE49-F238E27FC236}">
                      <a16:creationId xmlns:a16="http://schemas.microsoft.com/office/drawing/2014/main" id="{770EE6EC-8E39-271A-DC4C-C5B461701C70}"/>
                    </a:ext>
                  </a:extLst>
                </p:cNvPr>
                <p:cNvSpPr/>
                <p:nvPr/>
              </p:nvSpPr>
              <p:spPr>
                <a:xfrm>
                  <a:off x="5429358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08" name="Rectangle 93">
                  <a:extLst>
                    <a:ext uri="{FF2B5EF4-FFF2-40B4-BE49-F238E27FC236}">
                      <a16:creationId xmlns:a16="http://schemas.microsoft.com/office/drawing/2014/main" id="{BB53A861-3100-CCCC-3B15-1C797684D8BA}"/>
                    </a:ext>
                  </a:extLst>
                </p:cNvPr>
                <p:cNvSpPr/>
                <p:nvPr/>
              </p:nvSpPr>
              <p:spPr>
                <a:xfrm>
                  <a:off x="5565328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09" name="Rectangle 94">
                  <a:extLst>
                    <a:ext uri="{FF2B5EF4-FFF2-40B4-BE49-F238E27FC236}">
                      <a16:creationId xmlns:a16="http://schemas.microsoft.com/office/drawing/2014/main" id="{916722D5-05C2-997A-4B5A-D87B1784E082}"/>
                    </a:ext>
                  </a:extLst>
                </p:cNvPr>
                <p:cNvSpPr/>
                <p:nvPr/>
              </p:nvSpPr>
              <p:spPr>
                <a:xfrm>
                  <a:off x="5761728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10" name="Rectangle 95">
                  <a:extLst>
                    <a:ext uri="{FF2B5EF4-FFF2-40B4-BE49-F238E27FC236}">
                      <a16:creationId xmlns:a16="http://schemas.microsoft.com/office/drawing/2014/main" id="{951340F0-5C22-5153-4099-A421B4C9E2AA}"/>
                    </a:ext>
                  </a:extLst>
                </p:cNvPr>
                <p:cNvSpPr/>
                <p:nvPr/>
              </p:nvSpPr>
              <p:spPr>
                <a:xfrm>
                  <a:off x="5897697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11" name="Rectangle 96">
                  <a:extLst>
                    <a:ext uri="{FF2B5EF4-FFF2-40B4-BE49-F238E27FC236}">
                      <a16:creationId xmlns:a16="http://schemas.microsoft.com/office/drawing/2014/main" id="{4D279FC6-775F-2DAD-8AA0-E6703CAB6FC4}"/>
                    </a:ext>
                  </a:extLst>
                </p:cNvPr>
                <p:cNvSpPr/>
                <p:nvPr/>
              </p:nvSpPr>
              <p:spPr>
                <a:xfrm>
                  <a:off x="6094098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12" name="Rectangle 97">
                  <a:extLst>
                    <a:ext uri="{FF2B5EF4-FFF2-40B4-BE49-F238E27FC236}">
                      <a16:creationId xmlns:a16="http://schemas.microsoft.com/office/drawing/2014/main" id="{D92CA9B2-BA74-F9F8-AA02-3A138157D46A}"/>
                    </a:ext>
                  </a:extLst>
                </p:cNvPr>
                <p:cNvSpPr/>
                <p:nvPr/>
              </p:nvSpPr>
              <p:spPr>
                <a:xfrm>
                  <a:off x="6230067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13" name="Rectangle 98">
                  <a:extLst>
                    <a:ext uri="{FF2B5EF4-FFF2-40B4-BE49-F238E27FC236}">
                      <a16:creationId xmlns:a16="http://schemas.microsoft.com/office/drawing/2014/main" id="{E3679F14-AE52-15A1-963E-1956DF276B0D}"/>
                    </a:ext>
                  </a:extLst>
                </p:cNvPr>
                <p:cNvSpPr/>
                <p:nvPr/>
              </p:nvSpPr>
              <p:spPr>
                <a:xfrm>
                  <a:off x="6426467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14" name="Rectangle 99">
                  <a:extLst>
                    <a:ext uri="{FF2B5EF4-FFF2-40B4-BE49-F238E27FC236}">
                      <a16:creationId xmlns:a16="http://schemas.microsoft.com/office/drawing/2014/main" id="{46492A9A-5FD4-55F7-BCD9-5171DD2B2060}"/>
                    </a:ext>
                  </a:extLst>
                </p:cNvPr>
                <p:cNvSpPr/>
                <p:nvPr/>
              </p:nvSpPr>
              <p:spPr>
                <a:xfrm>
                  <a:off x="6562436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15" name="Rectangle 100">
                  <a:extLst>
                    <a:ext uri="{FF2B5EF4-FFF2-40B4-BE49-F238E27FC236}">
                      <a16:creationId xmlns:a16="http://schemas.microsoft.com/office/drawing/2014/main" id="{04BCAA16-B648-0E29-DC8F-604F72B15DBB}"/>
                    </a:ext>
                  </a:extLst>
                </p:cNvPr>
                <p:cNvSpPr/>
                <p:nvPr/>
              </p:nvSpPr>
              <p:spPr>
                <a:xfrm>
                  <a:off x="6758836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16" name="Rectangle 101">
                  <a:extLst>
                    <a:ext uri="{FF2B5EF4-FFF2-40B4-BE49-F238E27FC236}">
                      <a16:creationId xmlns:a16="http://schemas.microsoft.com/office/drawing/2014/main" id="{786B9EBE-72E3-EF9E-32FD-1040B2BEEE57}"/>
                    </a:ext>
                  </a:extLst>
                </p:cNvPr>
                <p:cNvSpPr/>
                <p:nvPr/>
              </p:nvSpPr>
              <p:spPr>
                <a:xfrm>
                  <a:off x="6894806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17" name="Rectangle 102">
                  <a:extLst>
                    <a:ext uri="{FF2B5EF4-FFF2-40B4-BE49-F238E27FC236}">
                      <a16:creationId xmlns:a16="http://schemas.microsoft.com/office/drawing/2014/main" id="{95754812-3088-A0A4-B07E-25F950FBCB71}"/>
                    </a:ext>
                  </a:extLst>
                </p:cNvPr>
                <p:cNvSpPr/>
                <p:nvPr/>
              </p:nvSpPr>
              <p:spPr>
                <a:xfrm>
                  <a:off x="7091206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18" name="Rectangle 103">
                  <a:extLst>
                    <a:ext uri="{FF2B5EF4-FFF2-40B4-BE49-F238E27FC236}">
                      <a16:creationId xmlns:a16="http://schemas.microsoft.com/office/drawing/2014/main" id="{83048230-DF7D-BEB5-B685-6CAE5FD8A941}"/>
                    </a:ext>
                  </a:extLst>
                </p:cNvPr>
                <p:cNvSpPr/>
                <p:nvPr/>
              </p:nvSpPr>
              <p:spPr>
                <a:xfrm>
                  <a:off x="7227175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206" name="グループ化 205">
              <a:extLst>
                <a:ext uri="{FF2B5EF4-FFF2-40B4-BE49-F238E27FC236}">
                  <a16:creationId xmlns:a16="http://schemas.microsoft.com/office/drawing/2014/main" id="{8F8D8D8B-625B-EF91-3F8A-47E79F828E49}"/>
                </a:ext>
              </a:extLst>
            </p:cNvPr>
            <p:cNvGrpSpPr/>
            <p:nvPr/>
          </p:nvGrpSpPr>
          <p:grpSpPr>
            <a:xfrm>
              <a:off x="5722348" y="4246730"/>
              <a:ext cx="920297" cy="893919"/>
              <a:chOff x="5978930" y="5568471"/>
              <a:chExt cx="900000" cy="900000"/>
            </a:xfrm>
          </p:grpSpPr>
          <p:sp>
            <p:nvSpPr>
              <p:cNvPr id="659" name="Rectangle 1052">
                <a:extLst>
                  <a:ext uri="{FF2B5EF4-FFF2-40B4-BE49-F238E27FC236}">
                    <a16:creationId xmlns:a16="http://schemas.microsoft.com/office/drawing/2014/main" id="{EC2808C4-F594-C602-16EE-5DB07DF29C1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978930" y="5568471"/>
                <a:ext cx="900000" cy="900000"/>
              </a:xfrm>
              <a:prstGeom prst="rect">
                <a:avLst/>
              </a:prstGeom>
              <a:solidFill>
                <a:srgbClr val="FBEADA"/>
              </a:solidFill>
              <a:ln w="12700"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altLang="ja-JP" sz="1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660" name="グループ化 659">
                <a:extLst>
                  <a:ext uri="{FF2B5EF4-FFF2-40B4-BE49-F238E27FC236}">
                    <a16:creationId xmlns:a16="http://schemas.microsoft.com/office/drawing/2014/main" id="{043E9B2E-7C74-A48F-2A1C-291A46B3E4C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016049" y="5608981"/>
                <a:ext cx="828000" cy="828000"/>
                <a:chOff x="4764619" y="1854439"/>
                <a:chExt cx="2643849" cy="1867106"/>
              </a:xfrm>
            </p:grpSpPr>
            <p:sp>
              <p:nvSpPr>
                <p:cNvPr id="661" name="Rectangle 24">
                  <a:extLst>
                    <a:ext uri="{FF2B5EF4-FFF2-40B4-BE49-F238E27FC236}">
                      <a16:creationId xmlns:a16="http://schemas.microsoft.com/office/drawing/2014/main" id="{D5230A31-679C-0EB7-54AC-3BC219836735}"/>
                    </a:ext>
                  </a:extLst>
                </p:cNvPr>
                <p:cNvSpPr/>
                <p:nvPr/>
              </p:nvSpPr>
              <p:spPr>
                <a:xfrm>
                  <a:off x="4765255" y="185672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2" name="Rectangle 25">
                  <a:extLst>
                    <a:ext uri="{FF2B5EF4-FFF2-40B4-BE49-F238E27FC236}">
                      <a16:creationId xmlns:a16="http://schemas.microsoft.com/office/drawing/2014/main" id="{FE526B91-99B5-1BE6-A9A9-333902622604}"/>
                    </a:ext>
                  </a:extLst>
                </p:cNvPr>
                <p:cNvSpPr/>
                <p:nvPr/>
              </p:nvSpPr>
              <p:spPr>
                <a:xfrm>
                  <a:off x="4900588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3" name="Rectangle 26">
                  <a:extLst>
                    <a:ext uri="{FF2B5EF4-FFF2-40B4-BE49-F238E27FC236}">
                      <a16:creationId xmlns:a16="http://schemas.microsoft.com/office/drawing/2014/main" id="{90EED869-2614-ABD3-920D-B50BAC06CC80}"/>
                    </a:ext>
                  </a:extLst>
                </p:cNvPr>
                <p:cNvSpPr/>
                <p:nvPr/>
              </p:nvSpPr>
              <p:spPr>
                <a:xfrm>
                  <a:off x="5096988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4" name="Rectangle 27">
                  <a:extLst>
                    <a:ext uri="{FF2B5EF4-FFF2-40B4-BE49-F238E27FC236}">
                      <a16:creationId xmlns:a16="http://schemas.microsoft.com/office/drawing/2014/main" id="{FE5171CC-7EE3-76FE-C87E-953FF60449C3}"/>
                    </a:ext>
                  </a:extLst>
                </p:cNvPr>
                <p:cNvSpPr/>
                <p:nvPr/>
              </p:nvSpPr>
              <p:spPr>
                <a:xfrm>
                  <a:off x="5232958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5" name="Rectangle 28">
                  <a:extLst>
                    <a:ext uri="{FF2B5EF4-FFF2-40B4-BE49-F238E27FC236}">
                      <a16:creationId xmlns:a16="http://schemas.microsoft.com/office/drawing/2014/main" id="{1BBABBD2-8403-8C56-E936-05F9F226592A}"/>
                    </a:ext>
                  </a:extLst>
                </p:cNvPr>
                <p:cNvSpPr/>
                <p:nvPr/>
              </p:nvSpPr>
              <p:spPr>
                <a:xfrm>
                  <a:off x="5429358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6" name="Rectangle 29">
                  <a:extLst>
                    <a:ext uri="{FF2B5EF4-FFF2-40B4-BE49-F238E27FC236}">
                      <a16:creationId xmlns:a16="http://schemas.microsoft.com/office/drawing/2014/main" id="{BE33DC83-F20F-A1E4-7517-067342445436}"/>
                    </a:ext>
                  </a:extLst>
                </p:cNvPr>
                <p:cNvSpPr/>
                <p:nvPr/>
              </p:nvSpPr>
              <p:spPr>
                <a:xfrm>
                  <a:off x="5565328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7" name="Rectangle 30">
                  <a:extLst>
                    <a:ext uri="{FF2B5EF4-FFF2-40B4-BE49-F238E27FC236}">
                      <a16:creationId xmlns:a16="http://schemas.microsoft.com/office/drawing/2014/main" id="{3F1A8F1F-7538-5B16-5DC7-1910F37B4635}"/>
                    </a:ext>
                  </a:extLst>
                </p:cNvPr>
                <p:cNvSpPr/>
                <p:nvPr/>
              </p:nvSpPr>
              <p:spPr>
                <a:xfrm>
                  <a:off x="5761728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8" name="Rectangle 31">
                  <a:extLst>
                    <a:ext uri="{FF2B5EF4-FFF2-40B4-BE49-F238E27FC236}">
                      <a16:creationId xmlns:a16="http://schemas.microsoft.com/office/drawing/2014/main" id="{E3DF75DB-0AA2-04A1-BCA2-F279520F6D0C}"/>
                    </a:ext>
                  </a:extLst>
                </p:cNvPr>
                <p:cNvSpPr/>
                <p:nvPr/>
              </p:nvSpPr>
              <p:spPr>
                <a:xfrm>
                  <a:off x="5897697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9" name="Rectangle 32">
                  <a:extLst>
                    <a:ext uri="{FF2B5EF4-FFF2-40B4-BE49-F238E27FC236}">
                      <a16:creationId xmlns:a16="http://schemas.microsoft.com/office/drawing/2014/main" id="{DAA1A22C-26EF-72BC-7AC3-2F8DC4234AAB}"/>
                    </a:ext>
                  </a:extLst>
                </p:cNvPr>
                <p:cNvSpPr/>
                <p:nvPr/>
              </p:nvSpPr>
              <p:spPr>
                <a:xfrm>
                  <a:off x="6094098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70" name="Rectangle 33">
                  <a:extLst>
                    <a:ext uri="{FF2B5EF4-FFF2-40B4-BE49-F238E27FC236}">
                      <a16:creationId xmlns:a16="http://schemas.microsoft.com/office/drawing/2014/main" id="{3A5BD872-917E-CA55-AD71-3B4ADA6FAC52}"/>
                    </a:ext>
                  </a:extLst>
                </p:cNvPr>
                <p:cNvSpPr/>
                <p:nvPr/>
              </p:nvSpPr>
              <p:spPr>
                <a:xfrm>
                  <a:off x="6230067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71" name="Rectangle 34">
                  <a:extLst>
                    <a:ext uri="{FF2B5EF4-FFF2-40B4-BE49-F238E27FC236}">
                      <a16:creationId xmlns:a16="http://schemas.microsoft.com/office/drawing/2014/main" id="{BA5B2E99-3577-2825-2CDB-94F3071DC2E7}"/>
                    </a:ext>
                  </a:extLst>
                </p:cNvPr>
                <p:cNvSpPr/>
                <p:nvPr/>
              </p:nvSpPr>
              <p:spPr>
                <a:xfrm>
                  <a:off x="6426467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72" name="Rectangle 35">
                  <a:extLst>
                    <a:ext uri="{FF2B5EF4-FFF2-40B4-BE49-F238E27FC236}">
                      <a16:creationId xmlns:a16="http://schemas.microsoft.com/office/drawing/2014/main" id="{98256E28-B629-D235-4F90-BA660F549C98}"/>
                    </a:ext>
                  </a:extLst>
                </p:cNvPr>
                <p:cNvSpPr/>
                <p:nvPr/>
              </p:nvSpPr>
              <p:spPr>
                <a:xfrm>
                  <a:off x="6562436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73" name="Rectangle 36">
                  <a:extLst>
                    <a:ext uri="{FF2B5EF4-FFF2-40B4-BE49-F238E27FC236}">
                      <a16:creationId xmlns:a16="http://schemas.microsoft.com/office/drawing/2014/main" id="{127C970C-55E5-6551-1515-CEE1F671F767}"/>
                    </a:ext>
                  </a:extLst>
                </p:cNvPr>
                <p:cNvSpPr/>
                <p:nvPr/>
              </p:nvSpPr>
              <p:spPr>
                <a:xfrm>
                  <a:off x="6758836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74" name="Rectangle 37">
                  <a:extLst>
                    <a:ext uri="{FF2B5EF4-FFF2-40B4-BE49-F238E27FC236}">
                      <a16:creationId xmlns:a16="http://schemas.microsoft.com/office/drawing/2014/main" id="{B30D8BF2-E643-C9F4-6EFF-C2F96B3EE628}"/>
                    </a:ext>
                  </a:extLst>
                </p:cNvPr>
                <p:cNvSpPr/>
                <p:nvPr/>
              </p:nvSpPr>
              <p:spPr>
                <a:xfrm>
                  <a:off x="6894806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75" name="Rectangle 38">
                  <a:extLst>
                    <a:ext uri="{FF2B5EF4-FFF2-40B4-BE49-F238E27FC236}">
                      <a16:creationId xmlns:a16="http://schemas.microsoft.com/office/drawing/2014/main" id="{C3FECE46-BB06-8018-95AD-3A9AEE515BAD}"/>
                    </a:ext>
                  </a:extLst>
                </p:cNvPr>
                <p:cNvSpPr/>
                <p:nvPr/>
              </p:nvSpPr>
              <p:spPr>
                <a:xfrm>
                  <a:off x="7091206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76" name="Rectangle 39">
                  <a:extLst>
                    <a:ext uri="{FF2B5EF4-FFF2-40B4-BE49-F238E27FC236}">
                      <a16:creationId xmlns:a16="http://schemas.microsoft.com/office/drawing/2014/main" id="{568269A8-E6DF-DB59-3720-1FC873B27E21}"/>
                    </a:ext>
                  </a:extLst>
                </p:cNvPr>
                <p:cNvSpPr/>
                <p:nvPr/>
              </p:nvSpPr>
              <p:spPr>
                <a:xfrm>
                  <a:off x="7227175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77" name="Rectangle 88">
                  <a:extLst>
                    <a:ext uri="{FF2B5EF4-FFF2-40B4-BE49-F238E27FC236}">
                      <a16:creationId xmlns:a16="http://schemas.microsoft.com/office/drawing/2014/main" id="{E4B2AD43-F1D7-A849-4493-32759A3E4951}"/>
                    </a:ext>
                  </a:extLst>
                </p:cNvPr>
                <p:cNvSpPr/>
                <p:nvPr/>
              </p:nvSpPr>
              <p:spPr>
                <a:xfrm>
                  <a:off x="4764619" y="2085888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78" name="Rectangle 89">
                  <a:extLst>
                    <a:ext uri="{FF2B5EF4-FFF2-40B4-BE49-F238E27FC236}">
                      <a16:creationId xmlns:a16="http://schemas.microsoft.com/office/drawing/2014/main" id="{709AE36D-5FAF-859B-FBF5-7D989CF20D73}"/>
                    </a:ext>
                  </a:extLst>
                </p:cNvPr>
                <p:cNvSpPr/>
                <p:nvPr/>
              </p:nvSpPr>
              <p:spPr>
                <a:xfrm>
                  <a:off x="4900588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79" name="Rectangle 90">
                  <a:extLst>
                    <a:ext uri="{FF2B5EF4-FFF2-40B4-BE49-F238E27FC236}">
                      <a16:creationId xmlns:a16="http://schemas.microsoft.com/office/drawing/2014/main" id="{F68FC4A5-B429-E448-A992-7E14809D0416}"/>
                    </a:ext>
                  </a:extLst>
                </p:cNvPr>
                <p:cNvSpPr/>
                <p:nvPr/>
              </p:nvSpPr>
              <p:spPr>
                <a:xfrm>
                  <a:off x="5096988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0" name="Rectangle 91">
                  <a:extLst>
                    <a:ext uri="{FF2B5EF4-FFF2-40B4-BE49-F238E27FC236}">
                      <a16:creationId xmlns:a16="http://schemas.microsoft.com/office/drawing/2014/main" id="{9AC26532-6402-4FDE-8D27-BEB94F265A00}"/>
                    </a:ext>
                  </a:extLst>
                </p:cNvPr>
                <p:cNvSpPr/>
                <p:nvPr/>
              </p:nvSpPr>
              <p:spPr>
                <a:xfrm>
                  <a:off x="5232958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1" name="Rectangle 92">
                  <a:extLst>
                    <a:ext uri="{FF2B5EF4-FFF2-40B4-BE49-F238E27FC236}">
                      <a16:creationId xmlns:a16="http://schemas.microsoft.com/office/drawing/2014/main" id="{3EE1005A-454C-CFC1-76F2-37370AB737E2}"/>
                    </a:ext>
                  </a:extLst>
                </p:cNvPr>
                <p:cNvSpPr/>
                <p:nvPr/>
              </p:nvSpPr>
              <p:spPr>
                <a:xfrm>
                  <a:off x="5429358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2" name="Rectangle 93">
                  <a:extLst>
                    <a:ext uri="{FF2B5EF4-FFF2-40B4-BE49-F238E27FC236}">
                      <a16:creationId xmlns:a16="http://schemas.microsoft.com/office/drawing/2014/main" id="{73C7B140-F8EF-1B69-642C-38C891A2CAB0}"/>
                    </a:ext>
                  </a:extLst>
                </p:cNvPr>
                <p:cNvSpPr/>
                <p:nvPr/>
              </p:nvSpPr>
              <p:spPr>
                <a:xfrm>
                  <a:off x="5565328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3" name="Rectangle 94">
                  <a:extLst>
                    <a:ext uri="{FF2B5EF4-FFF2-40B4-BE49-F238E27FC236}">
                      <a16:creationId xmlns:a16="http://schemas.microsoft.com/office/drawing/2014/main" id="{83FFADC1-D536-BF90-4CB2-18EB2AF3501B}"/>
                    </a:ext>
                  </a:extLst>
                </p:cNvPr>
                <p:cNvSpPr/>
                <p:nvPr/>
              </p:nvSpPr>
              <p:spPr>
                <a:xfrm>
                  <a:off x="5761728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4" name="Rectangle 95">
                  <a:extLst>
                    <a:ext uri="{FF2B5EF4-FFF2-40B4-BE49-F238E27FC236}">
                      <a16:creationId xmlns:a16="http://schemas.microsoft.com/office/drawing/2014/main" id="{13515F0C-376C-0152-C900-650FBD3F1E35}"/>
                    </a:ext>
                  </a:extLst>
                </p:cNvPr>
                <p:cNvSpPr/>
                <p:nvPr/>
              </p:nvSpPr>
              <p:spPr>
                <a:xfrm>
                  <a:off x="5897697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5" name="Rectangle 96">
                  <a:extLst>
                    <a:ext uri="{FF2B5EF4-FFF2-40B4-BE49-F238E27FC236}">
                      <a16:creationId xmlns:a16="http://schemas.microsoft.com/office/drawing/2014/main" id="{730A963F-660A-2632-8C00-423CDC083EDD}"/>
                    </a:ext>
                  </a:extLst>
                </p:cNvPr>
                <p:cNvSpPr/>
                <p:nvPr/>
              </p:nvSpPr>
              <p:spPr>
                <a:xfrm>
                  <a:off x="6094098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6" name="Rectangle 97">
                  <a:extLst>
                    <a:ext uri="{FF2B5EF4-FFF2-40B4-BE49-F238E27FC236}">
                      <a16:creationId xmlns:a16="http://schemas.microsoft.com/office/drawing/2014/main" id="{9B4E1D3B-5FC8-1E24-DF4E-8A5C0EB474DA}"/>
                    </a:ext>
                  </a:extLst>
                </p:cNvPr>
                <p:cNvSpPr/>
                <p:nvPr/>
              </p:nvSpPr>
              <p:spPr>
                <a:xfrm>
                  <a:off x="6230067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7" name="Rectangle 98">
                  <a:extLst>
                    <a:ext uri="{FF2B5EF4-FFF2-40B4-BE49-F238E27FC236}">
                      <a16:creationId xmlns:a16="http://schemas.microsoft.com/office/drawing/2014/main" id="{6DA4E6A9-F0F8-6D98-6D69-37B61AF5E731}"/>
                    </a:ext>
                  </a:extLst>
                </p:cNvPr>
                <p:cNvSpPr/>
                <p:nvPr/>
              </p:nvSpPr>
              <p:spPr>
                <a:xfrm>
                  <a:off x="6426467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8" name="Rectangle 99">
                  <a:extLst>
                    <a:ext uri="{FF2B5EF4-FFF2-40B4-BE49-F238E27FC236}">
                      <a16:creationId xmlns:a16="http://schemas.microsoft.com/office/drawing/2014/main" id="{66E294FE-8ADD-CC97-6FA5-7A5229DE2072}"/>
                    </a:ext>
                  </a:extLst>
                </p:cNvPr>
                <p:cNvSpPr/>
                <p:nvPr/>
              </p:nvSpPr>
              <p:spPr>
                <a:xfrm>
                  <a:off x="6562436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9" name="Rectangle 100">
                  <a:extLst>
                    <a:ext uri="{FF2B5EF4-FFF2-40B4-BE49-F238E27FC236}">
                      <a16:creationId xmlns:a16="http://schemas.microsoft.com/office/drawing/2014/main" id="{F52FB520-7D4D-8021-AD79-7A5B37551860}"/>
                    </a:ext>
                  </a:extLst>
                </p:cNvPr>
                <p:cNvSpPr/>
                <p:nvPr/>
              </p:nvSpPr>
              <p:spPr>
                <a:xfrm>
                  <a:off x="6758836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90" name="Rectangle 101">
                  <a:extLst>
                    <a:ext uri="{FF2B5EF4-FFF2-40B4-BE49-F238E27FC236}">
                      <a16:creationId xmlns:a16="http://schemas.microsoft.com/office/drawing/2014/main" id="{B1A08204-A826-A32A-4482-24495DB04F49}"/>
                    </a:ext>
                  </a:extLst>
                </p:cNvPr>
                <p:cNvSpPr/>
                <p:nvPr/>
              </p:nvSpPr>
              <p:spPr>
                <a:xfrm>
                  <a:off x="6894806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91" name="Rectangle 102">
                  <a:extLst>
                    <a:ext uri="{FF2B5EF4-FFF2-40B4-BE49-F238E27FC236}">
                      <a16:creationId xmlns:a16="http://schemas.microsoft.com/office/drawing/2014/main" id="{F47E0317-7760-B488-8589-AB91A71E2020}"/>
                    </a:ext>
                  </a:extLst>
                </p:cNvPr>
                <p:cNvSpPr/>
                <p:nvPr/>
              </p:nvSpPr>
              <p:spPr>
                <a:xfrm>
                  <a:off x="7091206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92" name="Rectangle 103">
                  <a:extLst>
                    <a:ext uri="{FF2B5EF4-FFF2-40B4-BE49-F238E27FC236}">
                      <a16:creationId xmlns:a16="http://schemas.microsoft.com/office/drawing/2014/main" id="{48741501-C262-7D85-E789-4C2C0E571018}"/>
                    </a:ext>
                  </a:extLst>
                </p:cNvPr>
                <p:cNvSpPr/>
                <p:nvPr/>
              </p:nvSpPr>
              <p:spPr>
                <a:xfrm>
                  <a:off x="7227175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93" name="Rectangle 24">
                  <a:extLst>
                    <a:ext uri="{FF2B5EF4-FFF2-40B4-BE49-F238E27FC236}">
                      <a16:creationId xmlns:a16="http://schemas.microsoft.com/office/drawing/2014/main" id="{A2C95DAF-C557-C8E9-CE92-7302F5857212}"/>
                    </a:ext>
                  </a:extLst>
                </p:cNvPr>
                <p:cNvSpPr/>
                <p:nvPr/>
              </p:nvSpPr>
              <p:spPr>
                <a:xfrm>
                  <a:off x="4765255" y="23361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94" name="Rectangle 25">
                  <a:extLst>
                    <a:ext uri="{FF2B5EF4-FFF2-40B4-BE49-F238E27FC236}">
                      <a16:creationId xmlns:a16="http://schemas.microsoft.com/office/drawing/2014/main" id="{8E0D0E64-B20B-4D81-6283-E01E264651B5}"/>
                    </a:ext>
                  </a:extLst>
                </p:cNvPr>
                <p:cNvSpPr/>
                <p:nvPr/>
              </p:nvSpPr>
              <p:spPr>
                <a:xfrm>
                  <a:off x="4900588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95" name="Rectangle 26">
                  <a:extLst>
                    <a:ext uri="{FF2B5EF4-FFF2-40B4-BE49-F238E27FC236}">
                      <a16:creationId xmlns:a16="http://schemas.microsoft.com/office/drawing/2014/main" id="{682078F6-11F8-A862-778B-87215AB81071}"/>
                    </a:ext>
                  </a:extLst>
                </p:cNvPr>
                <p:cNvSpPr/>
                <p:nvPr/>
              </p:nvSpPr>
              <p:spPr>
                <a:xfrm>
                  <a:off x="5096988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96" name="Rectangle 27">
                  <a:extLst>
                    <a:ext uri="{FF2B5EF4-FFF2-40B4-BE49-F238E27FC236}">
                      <a16:creationId xmlns:a16="http://schemas.microsoft.com/office/drawing/2014/main" id="{E84270EC-9C23-4B7B-1EBF-89A73ABA5973}"/>
                    </a:ext>
                  </a:extLst>
                </p:cNvPr>
                <p:cNvSpPr/>
                <p:nvPr/>
              </p:nvSpPr>
              <p:spPr>
                <a:xfrm>
                  <a:off x="5232958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97" name="Rectangle 28">
                  <a:extLst>
                    <a:ext uri="{FF2B5EF4-FFF2-40B4-BE49-F238E27FC236}">
                      <a16:creationId xmlns:a16="http://schemas.microsoft.com/office/drawing/2014/main" id="{3D721C71-E391-AB12-9E67-C13C3B162FD6}"/>
                    </a:ext>
                  </a:extLst>
                </p:cNvPr>
                <p:cNvSpPr/>
                <p:nvPr/>
              </p:nvSpPr>
              <p:spPr>
                <a:xfrm>
                  <a:off x="5429358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98" name="Rectangle 29">
                  <a:extLst>
                    <a:ext uri="{FF2B5EF4-FFF2-40B4-BE49-F238E27FC236}">
                      <a16:creationId xmlns:a16="http://schemas.microsoft.com/office/drawing/2014/main" id="{47076F13-EE69-926A-E15E-CA9789AB550F}"/>
                    </a:ext>
                  </a:extLst>
                </p:cNvPr>
                <p:cNvSpPr/>
                <p:nvPr/>
              </p:nvSpPr>
              <p:spPr>
                <a:xfrm>
                  <a:off x="5565328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99" name="Rectangle 30">
                  <a:extLst>
                    <a:ext uri="{FF2B5EF4-FFF2-40B4-BE49-F238E27FC236}">
                      <a16:creationId xmlns:a16="http://schemas.microsoft.com/office/drawing/2014/main" id="{CC7A2982-379A-7382-749F-B568D62892C9}"/>
                    </a:ext>
                  </a:extLst>
                </p:cNvPr>
                <p:cNvSpPr/>
                <p:nvPr/>
              </p:nvSpPr>
              <p:spPr>
                <a:xfrm>
                  <a:off x="5761728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00" name="Rectangle 31">
                  <a:extLst>
                    <a:ext uri="{FF2B5EF4-FFF2-40B4-BE49-F238E27FC236}">
                      <a16:creationId xmlns:a16="http://schemas.microsoft.com/office/drawing/2014/main" id="{D3A22CD9-0F0B-6D4A-BF1D-51FB94FD9DE8}"/>
                    </a:ext>
                  </a:extLst>
                </p:cNvPr>
                <p:cNvSpPr/>
                <p:nvPr/>
              </p:nvSpPr>
              <p:spPr>
                <a:xfrm>
                  <a:off x="5897697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01" name="Rectangle 32">
                  <a:extLst>
                    <a:ext uri="{FF2B5EF4-FFF2-40B4-BE49-F238E27FC236}">
                      <a16:creationId xmlns:a16="http://schemas.microsoft.com/office/drawing/2014/main" id="{992FDC6C-E477-24DE-186C-D9571E1860F4}"/>
                    </a:ext>
                  </a:extLst>
                </p:cNvPr>
                <p:cNvSpPr/>
                <p:nvPr/>
              </p:nvSpPr>
              <p:spPr>
                <a:xfrm>
                  <a:off x="6094098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02" name="Rectangle 33">
                  <a:extLst>
                    <a:ext uri="{FF2B5EF4-FFF2-40B4-BE49-F238E27FC236}">
                      <a16:creationId xmlns:a16="http://schemas.microsoft.com/office/drawing/2014/main" id="{798E4D36-F515-E5DE-F0BD-60BFB0BEA563}"/>
                    </a:ext>
                  </a:extLst>
                </p:cNvPr>
                <p:cNvSpPr/>
                <p:nvPr/>
              </p:nvSpPr>
              <p:spPr>
                <a:xfrm>
                  <a:off x="6230067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03" name="Rectangle 34">
                  <a:extLst>
                    <a:ext uri="{FF2B5EF4-FFF2-40B4-BE49-F238E27FC236}">
                      <a16:creationId xmlns:a16="http://schemas.microsoft.com/office/drawing/2014/main" id="{EDE52E45-9528-20D1-BF98-4A5A9F759E52}"/>
                    </a:ext>
                  </a:extLst>
                </p:cNvPr>
                <p:cNvSpPr/>
                <p:nvPr/>
              </p:nvSpPr>
              <p:spPr>
                <a:xfrm>
                  <a:off x="6426467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04" name="Rectangle 35">
                  <a:extLst>
                    <a:ext uri="{FF2B5EF4-FFF2-40B4-BE49-F238E27FC236}">
                      <a16:creationId xmlns:a16="http://schemas.microsoft.com/office/drawing/2014/main" id="{72DC654F-7E16-8428-7834-C1BD8836E33F}"/>
                    </a:ext>
                  </a:extLst>
                </p:cNvPr>
                <p:cNvSpPr/>
                <p:nvPr/>
              </p:nvSpPr>
              <p:spPr>
                <a:xfrm>
                  <a:off x="6562436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05" name="Rectangle 36">
                  <a:extLst>
                    <a:ext uri="{FF2B5EF4-FFF2-40B4-BE49-F238E27FC236}">
                      <a16:creationId xmlns:a16="http://schemas.microsoft.com/office/drawing/2014/main" id="{0360AD8F-A35F-E840-F67C-A9A562C33CBF}"/>
                    </a:ext>
                  </a:extLst>
                </p:cNvPr>
                <p:cNvSpPr/>
                <p:nvPr/>
              </p:nvSpPr>
              <p:spPr>
                <a:xfrm>
                  <a:off x="6758836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06" name="Rectangle 37">
                  <a:extLst>
                    <a:ext uri="{FF2B5EF4-FFF2-40B4-BE49-F238E27FC236}">
                      <a16:creationId xmlns:a16="http://schemas.microsoft.com/office/drawing/2014/main" id="{251BE73C-3DAE-87A2-02FF-4F42EA0BEDD1}"/>
                    </a:ext>
                  </a:extLst>
                </p:cNvPr>
                <p:cNvSpPr/>
                <p:nvPr/>
              </p:nvSpPr>
              <p:spPr>
                <a:xfrm>
                  <a:off x="6894806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07" name="Rectangle 38">
                  <a:extLst>
                    <a:ext uri="{FF2B5EF4-FFF2-40B4-BE49-F238E27FC236}">
                      <a16:creationId xmlns:a16="http://schemas.microsoft.com/office/drawing/2014/main" id="{9C5FC6AF-88F6-1487-D645-14BF4BDB48EB}"/>
                    </a:ext>
                  </a:extLst>
                </p:cNvPr>
                <p:cNvSpPr/>
                <p:nvPr/>
              </p:nvSpPr>
              <p:spPr>
                <a:xfrm>
                  <a:off x="7091206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08" name="Rectangle 39">
                  <a:extLst>
                    <a:ext uri="{FF2B5EF4-FFF2-40B4-BE49-F238E27FC236}">
                      <a16:creationId xmlns:a16="http://schemas.microsoft.com/office/drawing/2014/main" id="{E10B7D4B-2409-D1E2-B081-055D830D02F0}"/>
                    </a:ext>
                  </a:extLst>
                </p:cNvPr>
                <p:cNvSpPr/>
                <p:nvPr/>
              </p:nvSpPr>
              <p:spPr>
                <a:xfrm>
                  <a:off x="7227175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09" name="Rectangle 88">
                  <a:extLst>
                    <a:ext uri="{FF2B5EF4-FFF2-40B4-BE49-F238E27FC236}">
                      <a16:creationId xmlns:a16="http://schemas.microsoft.com/office/drawing/2014/main" id="{F4965B8B-0BC8-4711-01AE-0D5BBEDD9781}"/>
                    </a:ext>
                  </a:extLst>
                </p:cNvPr>
                <p:cNvSpPr/>
                <p:nvPr/>
              </p:nvSpPr>
              <p:spPr>
                <a:xfrm>
                  <a:off x="4764619" y="2565304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0" name="Rectangle 89">
                  <a:extLst>
                    <a:ext uri="{FF2B5EF4-FFF2-40B4-BE49-F238E27FC236}">
                      <a16:creationId xmlns:a16="http://schemas.microsoft.com/office/drawing/2014/main" id="{EB4A1648-66AF-F8A1-ACAB-E739B53D9B28}"/>
                    </a:ext>
                  </a:extLst>
                </p:cNvPr>
                <p:cNvSpPr/>
                <p:nvPr/>
              </p:nvSpPr>
              <p:spPr>
                <a:xfrm>
                  <a:off x="4900588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1" name="Rectangle 90">
                  <a:extLst>
                    <a:ext uri="{FF2B5EF4-FFF2-40B4-BE49-F238E27FC236}">
                      <a16:creationId xmlns:a16="http://schemas.microsoft.com/office/drawing/2014/main" id="{D4827C3D-C1FA-C80D-EEB1-62D00588C0B4}"/>
                    </a:ext>
                  </a:extLst>
                </p:cNvPr>
                <p:cNvSpPr/>
                <p:nvPr/>
              </p:nvSpPr>
              <p:spPr>
                <a:xfrm>
                  <a:off x="5096988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2" name="Rectangle 91">
                  <a:extLst>
                    <a:ext uri="{FF2B5EF4-FFF2-40B4-BE49-F238E27FC236}">
                      <a16:creationId xmlns:a16="http://schemas.microsoft.com/office/drawing/2014/main" id="{AC231908-6F11-6A4A-8200-FD09689A1136}"/>
                    </a:ext>
                  </a:extLst>
                </p:cNvPr>
                <p:cNvSpPr/>
                <p:nvPr/>
              </p:nvSpPr>
              <p:spPr>
                <a:xfrm>
                  <a:off x="5232958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3" name="Rectangle 92">
                  <a:extLst>
                    <a:ext uri="{FF2B5EF4-FFF2-40B4-BE49-F238E27FC236}">
                      <a16:creationId xmlns:a16="http://schemas.microsoft.com/office/drawing/2014/main" id="{515D7E6D-40A6-6BB5-B347-9772B97C48E3}"/>
                    </a:ext>
                  </a:extLst>
                </p:cNvPr>
                <p:cNvSpPr/>
                <p:nvPr/>
              </p:nvSpPr>
              <p:spPr>
                <a:xfrm>
                  <a:off x="5429358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4" name="Rectangle 93">
                  <a:extLst>
                    <a:ext uri="{FF2B5EF4-FFF2-40B4-BE49-F238E27FC236}">
                      <a16:creationId xmlns:a16="http://schemas.microsoft.com/office/drawing/2014/main" id="{F55D7E9C-C856-2F69-D5ED-34E5B6BA5A8A}"/>
                    </a:ext>
                  </a:extLst>
                </p:cNvPr>
                <p:cNvSpPr/>
                <p:nvPr/>
              </p:nvSpPr>
              <p:spPr>
                <a:xfrm>
                  <a:off x="5565328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5" name="Rectangle 94">
                  <a:extLst>
                    <a:ext uri="{FF2B5EF4-FFF2-40B4-BE49-F238E27FC236}">
                      <a16:creationId xmlns:a16="http://schemas.microsoft.com/office/drawing/2014/main" id="{6D416C24-2EBE-CEEE-F821-B44966922325}"/>
                    </a:ext>
                  </a:extLst>
                </p:cNvPr>
                <p:cNvSpPr/>
                <p:nvPr/>
              </p:nvSpPr>
              <p:spPr>
                <a:xfrm>
                  <a:off x="5761728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6" name="Rectangle 95">
                  <a:extLst>
                    <a:ext uri="{FF2B5EF4-FFF2-40B4-BE49-F238E27FC236}">
                      <a16:creationId xmlns:a16="http://schemas.microsoft.com/office/drawing/2014/main" id="{094162F1-5B32-B4F2-298A-EF46E8DFFA50}"/>
                    </a:ext>
                  </a:extLst>
                </p:cNvPr>
                <p:cNvSpPr/>
                <p:nvPr/>
              </p:nvSpPr>
              <p:spPr>
                <a:xfrm>
                  <a:off x="5897697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7" name="Rectangle 96">
                  <a:extLst>
                    <a:ext uri="{FF2B5EF4-FFF2-40B4-BE49-F238E27FC236}">
                      <a16:creationId xmlns:a16="http://schemas.microsoft.com/office/drawing/2014/main" id="{B838D1A9-9449-980D-51A0-1FAECAD3D713}"/>
                    </a:ext>
                  </a:extLst>
                </p:cNvPr>
                <p:cNvSpPr/>
                <p:nvPr/>
              </p:nvSpPr>
              <p:spPr>
                <a:xfrm>
                  <a:off x="6094098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8" name="Rectangle 97">
                  <a:extLst>
                    <a:ext uri="{FF2B5EF4-FFF2-40B4-BE49-F238E27FC236}">
                      <a16:creationId xmlns:a16="http://schemas.microsoft.com/office/drawing/2014/main" id="{023E1C9A-AFE8-031C-FD7B-77AE6FC7F6F3}"/>
                    </a:ext>
                  </a:extLst>
                </p:cNvPr>
                <p:cNvSpPr/>
                <p:nvPr/>
              </p:nvSpPr>
              <p:spPr>
                <a:xfrm>
                  <a:off x="6230067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9" name="Rectangle 98">
                  <a:extLst>
                    <a:ext uri="{FF2B5EF4-FFF2-40B4-BE49-F238E27FC236}">
                      <a16:creationId xmlns:a16="http://schemas.microsoft.com/office/drawing/2014/main" id="{58FFCE84-C94E-4BE9-E926-7229A46556C0}"/>
                    </a:ext>
                  </a:extLst>
                </p:cNvPr>
                <p:cNvSpPr/>
                <p:nvPr/>
              </p:nvSpPr>
              <p:spPr>
                <a:xfrm>
                  <a:off x="6426467" y="2576057"/>
                  <a:ext cx="226616" cy="145321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0" name="Rectangle 99">
                  <a:extLst>
                    <a:ext uri="{FF2B5EF4-FFF2-40B4-BE49-F238E27FC236}">
                      <a16:creationId xmlns:a16="http://schemas.microsoft.com/office/drawing/2014/main" id="{0225544D-E661-3609-3A81-0A428557BCE6}"/>
                    </a:ext>
                  </a:extLst>
                </p:cNvPr>
                <p:cNvSpPr/>
                <p:nvPr/>
              </p:nvSpPr>
              <p:spPr>
                <a:xfrm>
                  <a:off x="6562436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1" name="Rectangle 100">
                  <a:extLst>
                    <a:ext uri="{FF2B5EF4-FFF2-40B4-BE49-F238E27FC236}">
                      <a16:creationId xmlns:a16="http://schemas.microsoft.com/office/drawing/2014/main" id="{DAE27399-D50C-F428-F269-90AB356614AF}"/>
                    </a:ext>
                  </a:extLst>
                </p:cNvPr>
                <p:cNvSpPr/>
                <p:nvPr/>
              </p:nvSpPr>
              <p:spPr>
                <a:xfrm>
                  <a:off x="6758836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2" name="Rectangle 101">
                  <a:extLst>
                    <a:ext uri="{FF2B5EF4-FFF2-40B4-BE49-F238E27FC236}">
                      <a16:creationId xmlns:a16="http://schemas.microsoft.com/office/drawing/2014/main" id="{E6716D2C-677E-C6C8-1562-507667C1C846}"/>
                    </a:ext>
                  </a:extLst>
                </p:cNvPr>
                <p:cNvSpPr/>
                <p:nvPr/>
              </p:nvSpPr>
              <p:spPr>
                <a:xfrm>
                  <a:off x="6894806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3" name="Rectangle 102">
                  <a:extLst>
                    <a:ext uri="{FF2B5EF4-FFF2-40B4-BE49-F238E27FC236}">
                      <a16:creationId xmlns:a16="http://schemas.microsoft.com/office/drawing/2014/main" id="{3FA5C98F-5263-E97E-99B9-9AD10335F890}"/>
                    </a:ext>
                  </a:extLst>
                </p:cNvPr>
                <p:cNvSpPr/>
                <p:nvPr/>
              </p:nvSpPr>
              <p:spPr>
                <a:xfrm>
                  <a:off x="7091206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4" name="Rectangle 103">
                  <a:extLst>
                    <a:ext uri="{FF2B5EF4-FFF2-40B4-BE49-F238E27FC236}">
                      <a16:creationId xmlns:a16="http://schemas.microsoft.com/office/drawing/2014/main" id="{99A6DE27-A11C-6272-5E73-4EF2E16D0604}"/>
                    </a:ext>
                  </a:extLst>
                </p:cNvPr>
                <p:cNvSpPr/>
                <p:nvPr/>
              </p:nvSpPr>
              <p:spPr>
                <a:xfrm>
                  <a:off x="7227175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5" name="Rectangle 24">
                  <a:extLst>
                    <a:ext uri="{FF2B5EF4-FFF2-40B4-BE49-F238E27FC236}">
                      <a16:creationId xmlns:a16="http://schemas.microsoft.com/office/drawing/2014/main" id="{5ACDFAB8-9810-9C8F-4ACC-C7CD6E9FB4D3}"/>
                    </a:ext>
                  </a:extLst>
                </p:cNvPr>
                <p:cNvSpPr/>
                <p:nvPr/>
              </p:nvSpPr>
              <p:spPr>
                <a:xfrm>
                  <a:off x="4765255" y="280951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6" name="Rectangle 25">
                  <a:extLst>
                    <a:ext uri="{FF2B5EF4-FFF2-40B4-BE49-F238E27FC236}">
                      <a16:creationId xmlns:a16="http://schemas.microsoft.com/office/drawing/2014/main" id="{39135359-1ED0-73AF-920A-E5240A4FBDCD}"/>
                    </a:ext>
                  </a:extLst>
                </p:cNvPr>
                <p:cNvSpPr/>
                <p:nvPr/>
              </p:nvSpPr>
              <p:spPr>
                <a:xfrm>
                  <a:off x="4900588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7" name="Rectangle 26">
                  <a:extLst>
                    <a:ext uri="{FF2B5EF4-FFF2-40B4-BE49-F238E27FC236}">
                      <a16:creationId xmlns:a16="http://schemas.microsoft.com/office/drawing/2014/main" id="{A361D9F3-2DBC-CE87-5DFC-83C34F956B5E}"/>
                    </a:ext>
                  </a:extLst>
                </p:cNvPr>
                <p:cNvSpPr/>
                <p:nvPr/>
              </p:nvSpPr>
              <p:spPr>
                <a:xfrm>
                  <a:off x="5096988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8" name="Rectangle 27">
                  <a:extLst>
                    <a:ext uri="{FF2B5EF4-FFF2-40B4-BE49-F238E27FC236}">
                      <a16:creationId xmlns:a16="http://schemas.microsoft.com/office/drawing/2014/main" id="{E4F16577-4BAF-E379-A102-27061D4E1483}"/>
                    </a:ext>
                  </a:extLst>
                </p:cNvPr>
                <p:cNvSpPr/>
                <p:nvPr/>
              </p:nvSpPr>
              <p:spPr>
                <a:xfrm>
                  <a:off x="5232958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9" name="Rectangle 28">
                  <a:extLst>
                    <a:ext uri="{FF2B5EF4-FFF2-40B4-BE49-F238E27FC236}">
                      <a16:creationId xmlns:a16="http://schemas.microsoft.com/office/drawing/2014/main" id="{A1137558-3845-DA67-EE9B-0F77F2AE3912}"/>
                    </a:ext>
                  </a:extLst>
                </p:cNvPr>
                <p:cNvSpPr/>
                <p:nvPr/>
              </p:nvSpPr>
              <p:spPr>
                <a:xfrm>
                  <a:off x="5429358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30" name="Rectangle 29">
                  <a:extLst>
                    <a:ext uri="{FF2B5EF4-FFF2-40B4-BE49-F238E27FC236}">
                      <a16:creationId xmlns:a16="http://schemas.microsoft.com/office/drawing/2014/main" id="{61FC4888-806A-E4DB-7DD1-3E955DE6A742}"/>
                    </a:ext>
                  </a:extLst>
                </p:cNvPr>
                <p:cNvSpPr/>
                <p:nvPr/>
              </p:nvSpPr>
              <p:spPr>
                <a:xfrm>
                  <a:off x="5565328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31" name="Rectangle 30">
                  <a:extLst>
                    <a:ext uri="{FF2B5EF4-FFF2-40B4-BE49-F238E27FC236}">
                      <a16:creationId xmlns:a16="http://schemas.microsoft.com/office/drawing/2014/main" id="{2BF3B34E-978D-5642-9811-3A8E4C9E2530}"/>
                    </a:ext>
                  </a:extLst>
                </p:cNvPr>
                <p:cNvSpPr/>
                <p:nvPr/>
              </p:nvSpPr>
              <p:spPr>
                <a:xfrm>
                  <a:off x="5761728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32" name="Rectangle 31">
                  <a:extLst>
                    <a:ext uri="{FF2B5EF4-FFF2-40B4-BE49-F238E27FC236}">
                      <a16:creationId xmlns:a16="http://schemas.microsoft.com/office/drawing/2014/main" id="{4E0CD6B4-6EEF-EA56-1C9F-0068E2860CBD}"/>
                    </a:ext>
                  </a:extLst>
                </p:cNvPr>
                <p:cNvSpPr/>
                <p:nvPr/>
              </p:nvSpPr>
              <p:spPr>
                <a:xfrm>
                  <a:off x="5897697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33" name="Rectangle 32">
                  <a:extLst>
                    <a:ext uri="{FF2B5EF4-FFF2-40B4-BE49-F238E27FC236}">
                      <a16:creationId xmlns:a16="http://schemas.microsoft.com/office/drawing/2014/main" id="{A41C7624-9316-8626-CEB5-483B6630330A}"/>
                    </a:ext>
                  </a:extLst>
                </p:cNvPr>
                <p:cNvSpPr/>
                <p:nvPr/>
              </p:nvSpPr>
              <p:spPr>
                <a:xfrm>
                  <a:off x="6094098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34" name="Rectangle 33">
                  <a:extLst>
                    <a:ext uri="{FF2B5EF4-FFF2-40B4-BE49-F238E27FC236}">
                      <a16:creationId xmlns:a16="http://schemas.microsoft.com/office/drawing/2014/main" id="{940AF1FF-8629-1BE7-BD8D-70F9323CCA84}"/>
                    </a:ext>
                  </a:extLst>
                </p:cNvPr>
                <p:cNvSpPr/>
                <p:nvPr/>
              </p:nvSpPr>
              <p:spPr>
                <a:xfrm>
                  <a:off x="6230067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35" name="Rectangle 34">
                  <a:extLst>
                    <a:ext uri="{FF2B5EF4-FFF2-40B4-BE49-F238E27FC236}">
                      <a16:creationId xmlns:a16="http://schemas.microsoft.com/office/drawing/2014/main" id="{B220423C-842B-861E-D6DC-61F92E9B5809}"/>
                    </a:ext>
                  </a:extLst>
                </p:cNvPr>
                <p:cNvSpPr/>
                <p:nvPr/>
              </p:nvSpPr>
              <p:spPr>
                <a:xfrm>
                  <a:off x="6426467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36" name="Rectangle 35">
                  <a:extLst>
                    <a:ext uri="{FF2B5EF4-FFF2-40B4-BE49-F238E27FC236}">
                      <a16:creationId xmlns:a16="http://schemas.microsoft.com/office/drawing/2014/main" id="{CF4CC79D-BB70-0DD1-62DD-27CE19A7E2FD}"/>
                    </a:ext>
                  </a:extLst>
                </p:cNvPr>
                <p:cNvSpPr/>
                <p:nvPr/>
              </p:nvSpPr>
              <p:spPr>
                <a:xfrm>
                  <a:off x="6562436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37" name="Rectangle 36">
                  <a:extLst>
                    <a:ext uri="{FF2B5EF4-FFF2-40B4-BE49-F238E27FC236}">
                      <a16:creationId xmlns:a16="http://schemas.microsoft.com/office/drawing/2014/main" id="{851B9C8A-E6E3-CC5F-1C7B-72D3B29CF212}"/>
                    </a:ext>
                  </a:extLst>
                </p:cNvPr>
                <p:cNvSpPr/>
                <p:nvPr/>
              </p:nvSpPr>
              <p:spPr>
                <a:xfrm>
                  <a:off x="6758836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38" name="Rectangle 37">
                  <a:extLst>
                    <a:ext uri="{FF2B5EF4-FFF2-40B4-BE49-F238E27FC236}">
                      <a16:creationId xmlns:a16="http://schemas.microsoft.com/office/drawing/2014/main" id="{07FB9FFD-5331-3D56-EEB0-3ADF51392FCB}"/>
                    </a:ext>
                  </a:extLst>
                </p:cNvPr>
                <p:cNvSpPr/>
                <p:nvPr/>
              </p:nvSpPr>
              <p:spPr>
                <a:xfrm>
                  <a:off x="6894806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39" name="Rectangle 38">
                  <a:extLst>
                    <a:ext uri="{FF2B5EF4-FFF2-40B4-BE49-F238E27FC236}">
                      <a16:creationId xmlns:a16="http://schemas.microsoft.com/office/drawing/2014/main" id="{9E93B164-4EFA-2F8F-B6CA-AD31C215E725}"/>
                    </a:ext>
                  </a:extLst>
                </p:cNvPr>
                <p:cNvSpPr/>
                <p:nvPr/>
              </p:nvSpPr>
              <p:spPr>
                <a:xfrm>
                  <a:off x="7091206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40" name="Rectangle 39">
                  <a:extLst>
                    <a:ext uri="{FF2B5EF4-FFF2-40B4-BE49-F238E27FC236}">
                      <a16:creationId xmlns:a16="http://schemas.microsoft.com/office/drawing/2014/main" id="{CC171A44-4D25-AABB-56B7-0F0E1BBC9FC4}"/>
                    </a:ext>
                  </a:extLst>
                </p:cNvPr>
                <p:cNvSpPr/>
                <p:nvPr/>
              </p:nvSpPr>
              <p:spPr>
                <a:xfrm>
                  <a:off x="7227175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41" name="Rectangle 88">
                  <a:extLst>
                    <a:ext uri="{FF2B5EF4-FFF2-40B4-BE49-F238E27FC236}">
                      <a16:creationId xmlns:a16="http://schemas.microsoft.com/office/drawing/2014/main" id="{E229690D-E733-1C67-4B13-04C559BF508E}"/>
                    </a:ext>
                  </a:extLst>
                </p:cNvPr>
                <p:cNvSpPr/>
                <p:nvPr/>
              </p:nvSpPr>
              <p:spPr>
                <a:xfrm>
                  <a:off x="4764619" y="3038680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42" name="Rectangle 89">
                  <a:extLst>
                    <a:ext uri="{FF2B5EF4-FFF2-40B4-BE49-F238E27FC236}">
                      <a16:creationId xmlns:a16="http://schemas.microsoft.com/office/drawing/2014/main" id="{E5897FBC-9BC2-DE87-F382-168D09B54555}"/>
                    </a:ext>
                  </a:extLst>
                </p:cNvPr>
                <p:cNvSpPr/>
                <p:nvPr/>
              </p:nvSpPr>
              <p:spPr>
                <a:xfrm>
                  <a:off x="4900588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43" name="Rectangle 90">
                  <a:extLst>
                    <a:ext uri="{FF2B5EF4-FFF2-40B4-BE49-F238E27FC236}">
                      <a16:creationId xmlns:a16="http://schemas.microsoft.com/office/drawing/2014/main" id="{59ADACF0-6B63-8E8A-FEA6-C427E5C9C8BC}"/>
                    </a:ext>
                  </a:extLst>
                </p:cNvPr>
                <p:cNvSpPr/>
                <p:nvPr/>
              </p:nvSpPr>
              <p:spPr>
                <a:xfrm>
                  <a:off x="5096988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44" name="Rectangle 91">
                  <a:extLst>
                    <a:ext uri="{FF2B5EF4-FFF2-40B4-BE49-F238E27FC236}">
                      <a16:creationId xmlns:a16="http://schemas.microsoft.com/office/drawing/2014/main" id="{B376E91F-FC1C-6EFF-D100-F6E1877A6C11}"/>
                    </a:ext>
                  </a:extLst>
                </p:cNvPr>
                <p:cNvSpPr/>
                <p:nvPr/>
              </p:nvSpPr>
              <p:spPr>
                <a:xfrm>
                  <a:off x="5232958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45" name="Rectangle 92">
                  <a:extLst>
                    <a:ext uri="{FF2B5EF4-FFF2-40B4-BE49-F238E27FC236}">
                      <a16:creationId xmlns:a16="http://schemas.microsoft.com/office/drawing/2014/main" id="{01CCB7AF-E9FD-A78C-CDF9-6BC81D6FAC7C}"/>
                    </a:ext>
                  </a:extLst>
                </p:cNvPr>
                <p:cNvSpPr/>
                <p:nvPr/>
              </p:nvSpPr>
              <p:spPr>
                <a:xfrm>
                  <a:off x="5429358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46" name="Rectangle 93">
                  <a:extLst>
                    <a:ext uri="{FF2B5EF4-FFF2-40B4-BE49-F238E27FC236}">
                      <a16:creationId xmlns:a16="http://schemas.microsoft.com/office/drawing/2014/main" id="{3343B1C6-9CB0-8505-506B-8BD284DE17A8}"/>
                    </a:ext>
                  </a:extLst>
                </p:cNvPr>
                <p:cNvSpPr/>
                <p:nvPr/>
              </p:nvSpPr>
              <p:spPr>
                <a:xfrm>
                  <a:off x="5565328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47" name="Rectangle 94">
                  <a:extLst>
                    <a:ext uri="{FF2B5EF4-FFF2-40B4-BE49-F238E27FC236}">
                      <a16:creationId xmlns:a16="http://schemas.microsoft.com/office/drawing/2014/main" id="{81396390-0F78-27C4-37D2-2FAF51D82CCE}"/>
                    </a:ext>
                  </a:extLst>
                </p:cNvPr>
                <p:cNvSpPr/>
                <p:nvPr/>
              </p:nvSpPr>
              <p:spPr>
                <a:xfrm>
                  <a:off x="5761728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48" name="Rectangle 95">
                  <a:extLst>
                    <a:ext uri="{FF2B5EF4-FFF2-40B4-BE49-F238E27FC236}">
                      <a16:creationId xmlns:a16="http://schemas.microsoft.com/office/drawing/2014/main" id="{7B15B611-70C5-4C44-D612-495023D77280}"/>
                    </a:ext>
                  </a:extLst>
                </p:cNvPr>
                <p:cNvSpPr/>
                <p:nvPr/>
              </p:nvSpPr>
              <p:spPr>
                <a:xfrm>
                  <a:off x="5897697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49" name="Rectangle 96">
                  <a:extLst>
                    <a:ext uri="{FF2B5EF4-FFF2-40B4-BE49-F238E27FC236}">
                      <a16:creationId xmlns:a16="http://schemas.microsoft.com/office/drawing/2014/main" id="{070E747B-0BEB-9011-9F2F-CE9160489060}"/>
                    </a:ext>
                  </a:extLst>
                </p:cNvPr>
                <p:cNvSpPr/>
                <p:nvPr/>
              </p:nvSpPr>
              <p:spPr>
                <a:xfrm>
                  <a:off x="6094098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50" name="Rectangle 97">
                  <a:extLst>
                    <a:ext uri="{FF2B5EF4-FFF2-40B4-BE49-F238E27FC236}">
                      <a16:creationId xmlns:a16="http://schemas.microsoft.com/office/drawing/2014/main" id="{628CCD81-7A14-A137-A38C-3D4D35A8C2B2}"/>
                    </a:ext>
                  </a:extLst>
                </p:cNvPr>
                <p:cNvSpPr/>
                <p:nvPr/>
              </p:nvSpPr>
              <p:spPr>
                <a:xfrm>
                  <a:off x="6230067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51" name="Rectangle 98">
                  <a:extLst>
                    <a:ext uri="{FF2B5EF4-FFF2-40B4-BE49-F238E27FC236}">
                      <a16:creationId xmlns:a16="http://schemas.microsoft.com/office/drawing/2014/main" id="{FA378F8D-C03E-BA8A-33BC-CF5B7F486119}"/>
                    </a:ext>
                  </a:extLst>
                </p:cNvPr>
                <p:cNvSpPr/>
                <p:nvPr/>
              </p:nvSpPr>
              <p:spPr>
                <a:xfrm>
                  <a:off x="6426466" y="3049432"/>
                  <a:ext cx="226616" cy="145323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52" name="Rectangle 99">
                  <a:extLst>
                    <a:ext uri="{FF2B5EF4-FFF2-40B4-BE49-F238E27FC236}">
                      <a16:creationId xmlns:a16="http://schemas.microsoft.com/office/drawing/2014/main" id="{9E6C3B18-71A0-C634-F674-ED0D753832DB}"/>
                    </a:ext>
                  </a:extLst>
                </p:cNvPr>
                <p:cNvSpPr/>
                <p:nvPr/>
              </p:nvSpPr>
              <p:spPr>
                <a:xfrm>
                  <a:off x="6562436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53" name="Rectangle 100">
                  <a:extLst>
                    <a:ext uri="{FF2B5EF4-FFF2-40B4-BE49-F238E27FC236}">
                      <a16:creationId xmlns:a16="http://schemas.microsoft.com/office/drawing/2014/main" id="{4086FA1B-2210-36FE-D9B7-BBDE5FD693C3}"/>
                    </a:ext>
                  </a:extLst>
                </p:cNvPr>
                <p:cNvSpPr/>
                <p:nvPr/>
              </p:nvSpPr>
              <p:spPr>
                <a:xfrm>
                  <a:off x="6758836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54" name="Rectangle 101">
                  <a:extLst>
                    <a:ext uri="{FF2B5EF4-FFF2-40B4-BE49-F238E27FC236}">
                      <a16:creationId xmlns:a16="http://schemas.microsoft.com/office/drawing/2014/main" id="{F4EF7976-8235-70A8-DC0D-F38D03C9E445}"/>
                    </a:ext>
                  </a:extLst>
                </p:cNvPr>
                <p:cNvSpPr/>
                <p:nvPr/>
              </p:nvSpPr>
              <p:spPr>
                <a:xfrm>
                  <a:off x="6894806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55" name="Rectangle 102">
                  <a:extLst>
                    <a:ext uri="{FF2B5EF4-FFF2-40B4-BE49-F238E27FC236}">
                      <a16:creationId xmlns:a16="http://schemas.microsoft.com/office/drawing/2014/main" id="{3A92DCEB-C9CD-4E1F-7854-4ED65041BA12}"/>
                    </a:ext>
                  </a:extLst>
                </p:cNvPr>
                <p:cNvSpPr/>
                <p:nvPr/>
              </p:nvSpPr>
              <p:spPr>
                <a:xfrm>
                  <a:off x="7091206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56" name="Rectangle 103">
                  <a:extLst>
                    <a:ext uri="{FF2B5EF4-FFF2-40B4-BE49-F238E27FC236}">
                      <a16:creationId xmlns:a16="http://schemas.microsoft.com/office/drawing/2014/main" id="{0F1980A7-B56E-D3B8-4A03-EAC6C66369C4}"/>
                    </a:ext>
                  </a:extLst>
                </p:cNvPr>
                <p:cNvSpPr/>
                <p:nvPr/>
              </p:nvSpPr>
              <p:spPr>
                <a:xfrm>
                  <a:off x="7227175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57" name="Rectangle 24">
                  <a:extLst>
                    <a:ext uri="{FF2B5EF4-FFF2-40B4-BE49-F238E27FC236}">
                      <a16:creationId xmlns:a16="http://schemas.microsoft.com/office/drawing/2014/main" id="{9C88D571-B53C-27EF-7E3B-2DC046DB97C0}"/>
                    </a:ext>
                  </a:extLst>
                </p:cNvPr>
                <p:cNvSpPr/>
                <p:nvPr/>
              </p:nvSpPr>
              <p:spPr>
                <a:xfrm>
                  <a:off x="4765255" y="32889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58" name="Rectangle 25">
                  <a:extLst>
                    <a:ext uri="{FF2B5EF4-FFF2-40B4-BE49-F238E27FC236}">
                      <a16:creationId xmlns:a16="http://schemas.microsoft.com/office/drawing/2014/main" id="{05E89B29-24DB-C043-7958-15C9F8ED03E2}"/>
                    </a:ext>
                  </a:extLst>
                </p:cNvPr>
                <p:cNvSpPr/>
                <p:nvPr/>
              </p:nvSpPr>
              <p:spPr>
                <a:xfrm>
                  <a:off x="4900588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59" name="Rectangle 26">
                  <a:extLst>
                    <a:ext uri="{FF2B5EF4-FFF2-40B4-BE49-F238E27FC236}">
                      <a16:creationId xmlns:a16="http://schemas.microsoft.com/office/drawing/2014/main" id="{2719E3E3-8EAB-BF9E-6E66-22766F51A69E}"/>
                    </a:ext>
                  </a:extLst>
                </p:cNvPr>
                <p:cNvSpPr/>
                <p:nvPr/>
              </p:nvSpPr>
              <p:spPr>
                <a:xfrm>
                  <a:off x="5096988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60" name="Rectangle 27">
                  <a:extLst>
                    <a:ext uri="{FF2B5EF4-FFF2-40B4-BE49-F238E27FC236}">
                      <a16:creationId xmlns:a16="http://schemas.microsoft.com/office/drawing/2014/main" id="{AE6AC4A7-C1BB-9871-64DF-42ED65D8B14F}"/>
                    </a:ext>
                  </a:extLst>
                </p:cNvPr>
                <p:cNvSpPr/>
                <p:nvPr/>
              </p:nvSpPr>
              <p:spPr>
                <a:xfrm>
                  <a:off x="5232958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61" name="Rectangle 28">
                  <a:extLst>
                    <a:ext uri="{FF2B5EF4-FFF2-40B4-BE49-F238E27FC236}">
                      <a16:creationId xmlns:a16="http://schemas.microsoft.com/office/drawing/2014/main" id="{0F4D6E9C-1DC0-872D-F3AF-9929283CCF56}"/>
                    </a:ext>
                  </a:extLst>
                </p:cNvPr>
                <p:cNvSpPr/>
                <p:nvPr/>
              </p:nvSpPr>
              <p:spPr>
                <a:xfrm>
                  <a:off x="5429358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62" name="Rectangle 29">
                  <a:extLst>
                    <a:ext uri="{FF2B5EF4-FFF2-40B4-BE49-F238E27FC236}">
                      <a16:creationId xmlns:a16="http://schemas.microsoft.com/office/drawing/2014/main" id="{48DAE85F-31EC-4721-A965-52D7E8AB1F59}"/>
                    </a:ext>
                  </a:extLst>
                </p:cNvPr>
                <p:cNvSpPr/>
                <p:nvPr/>
              </p:nvSpPr>
              <p:spPr>
                <a:xfrm>
                  <a:off x="5565328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63" name="Rectangle 30">
                  <a:extLst>
                    <a:ext uri="{FF2B5EF4-FFF2-40B4-BE49-F238E27FC236}">
                      <a16:creationId xmlns:a16="http://schemas.microsoft.com/office/drawing/2014/main" id="{2A715CA5-2214-7A4F-1A00-AF53E8A67CD8}"/>
                    </a:ext>
                  </a:extLst>
                </p:cNvPr>
                <p:cNvSpPr/>
                <p:nvPr/>
              </p:nvSpPr>
              <p:spPr>
                <a:xfrm>
                  <a:off x="5761728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64" name="Rectangle 31">
                  <a:extLst>
                    <a:ext uri="{FF2B5EF4-FFF2-40B4-BE49-F238E27FC236}">
                      <a16:creationId xmlns:a16="http://schemas.microsoft.com/office/drawing/2014/main" id="{BD147E8E-E265-0EB3-5280-D5CDE802CF7F}"/>
                    </a:ext>
                  </a:extLst>
                </p:cNvPr>
                <p:cNvSpPr/>
                <p:nvPr/>
              </p:nvSpPr>
              <p:spPr>
                <a:xfrm>
                  <a:off x="5897697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65" name="Rectangle 32">
                  <a:extLst>
                    <a:ext uri="{FF2B5EF4-FFF2-40B4-BE49-F238E27FC236}">
                      <a16:creationId xmlns:a16="http://schemas.microsoft.com/office/drawing/2014/main" id="{A0EA970A-9602-1767-5A63-44738E9783B4}"/>
                    </a:ext>
                  </a:extLst>
                </p:cNvPr>
                <p:cNvSpPr/>
                <p:nvPr/>
              </p:nvSpPr>
              <p:spPr>
                <a:xfrm>
                  <a:off x="6094098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66" name="Rectangle 33">
                  <a:extLst>
                    <a:ext uri="{FF2B5EF4-FFF2-40B4-BE49-F238E27FC236}">
                      <a16:creationId xmlns:a16="http://schemas.microsoft.com/office/drawing/2014/main" id="{33F4C2B1-CCA0-2606-25FF-7110F184F7DC}"/>
                    </a:ext>
                  </a:extLst>
                </p:cNvPr>
                <p:cNvSpPr/>
                <p:nvPr/>
              </p:nvSpPr>
              <p:spPr>
                <a:xfrm>
                  <a:off x="6230067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67" name="Rectangle 34">
                  <a:extLst>
                    <a:ext uri="{FF2B5EF4-FFF2-40B4-BE49-F238E27FC236}">
                      <a16:creationId xmlns:a16="http://schemas.microsoft.com/office/drawing/2014/main" id="{3AC59D6E-0B19-CF7B-EB1D-393BDC4E7392}"/>
                    </a:ext>
                  </a:extLst>
                </p:cNvPr>
                <p:cNvSpPr/>
                <p:nvPr/>
              </p:nvSpPr>
              <p:spPr>
                <a:xfrm>
                  <a:off x="6426467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68" name="Rectangle 35">
                  <a:extLst>
                    <a:ext uri="{FF2B5EF4-FFF2-40B4-BE49-F238E27FC236}">
                      <a16:creationId xmlns:a16="http://schemas.microsoft.com/office/drawing/2014/main" id="{6E052F48-96F3-61A6-BE45-36873BF7327A}"/>
                    </a:ext>
                  </a:extLst>
                </p:cNvPr>
                <p:cNvSpPr/>
                <p:nvPr/>
              </p:nvSpPr>
              <p:spPr>
                <a:xfrm>
                  <a:off x="6562436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69" name="Rectangle 36">
                  <a:extLst>
                    <a:ext uri="{FF2B5EF4-FFF2-40B4-BE49-F238E27FC236}">
                      <a16:creationId xmlns:a16="http://schemas.microsoft.com/office/drawing/2014/main" id="{24DD5A6C-A961-4623-E33F-77A4CD6947EF}"/>
                    </a:ext>
                  </a:extLst>
                </p:cNvPr>
                <p:cNvSpPr/>
                <p:nvPr/>
              </p:nvSpPr>
              <p:spPr>
                <a:xfrm>
                  <a:off x="6758836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0" name="Rectangle 37">
                  <a:extLst>
                    <a:ext uri="{FF2B5EF4-FFF2-40B4-BE49-F238E27FC236}">
                      <a16:creationId xmlns:a16="http://schemas.microsoft.com/office/drawing/2014/main" id="{111A7EFF-28BA-5E94-B619-616C19099224}"/>
                    </a:ext>
                  </a:extLst>
                </p:cNvPr>
                <p:cNvSpPr/>
                <p:nvPr/>
              </p:nvSpPr>
              <p:spPr>
                <a:xfrm>
                  <a:off x="6894806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1" name="Rectangle 38">
                  <a:extLst>
                    <a:ext uri="{FF2B5EF4-FFF2-40B4-BE49-F238E27FC236}">
                      <a16:creationId xmlns:a16="http://schemas.microsoft.com/office/drawing/2014/main" id="{4E93556F-D80B-0DDE-BE8F-759A4FD486A8}"/>
                    </a:ext>
                  </a:extLst>
                </p:cNvPr>
                <p:cNvSpPr/>
                <p:nvPr/>
              </p:nvSpPr>
              <p:spPr>
                <a:xfrm>
                  <a:off x="7091206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2" name="Rectangle 39">
                  <a:extLst>
                    <a:ext uri="{FF2B5EF4-FFF2-40B4-BE49-F238E27FC236}">
                      <a16:creationId xmlns:a16="http://schemas.microsoft.com/office/drawing/2014/main" id="{41C389CA-91B7-CE96-61D6-B279E9A11F70}"/>
                    </a:ext>
                  </a:extLst>
                </p:cNvPr>
                <p:cNvSpPr/>
                <p:nvPr/>
              </p:nvSpPr>
              <p:spPr>
                <a:xfrm>
                  <a:off x="7227175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3" name="Rectangle 88">
                  <a:extLst>
                    <a:ext uri="{FF2B5EF4-FFF2-40B4-BE49-F238E27FC236}">
                      <a16:creationId xmlns:a16="http://schemas.microsoft.com/office/drawing/2014/main" id="{A1B1B74A-8E89-F0E5-DEAF-CFDF2EC5D7E3}"/>
                    </a:ext>
                  </a:extLst>
                </p:cNvPr>
                <p:cNvSpPr/>
                <p:nvPr/>
              </p:nvSpPr>
              <p:spPr>
                <a:xfrm>
                  <a:off x="4764619" y="3518096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4" name="Rectangle 89">
                  <a:extLst>
                    <a:ext uri="{FF2B5EF4-FFF2-40B4-BE49-F238E27FC236}">
                      <a16:creationId xmlns:a16="http://schemas.microsoft.com/office/drawing/2014/main" id="{0C996414-A164-1300-0C8E-BE57BBC29B29}"/>
                    </a:ext>
                  </a:extLst>
                </p:cNvPr>
                <p:cNvSpPr/>
                <p:nvPr/>
              </p:nvSpPr>
              <p:spPr>
                <a:xfrm>
                  <a:off x="4900588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5" name="Rectangle 90">
                  <a:extLst>
                    <a:ext uri="{FF2B5EF4-FFF2-40B4-BE49-F238E27FC236}">
                      <a16:creationId xmlns:a16="http://schemas.microsoft.com/office/drawing/2014/main" id="{5B6BBC99-1592-82C7-172D-D8446471BCB6}"/>
                    </a:ext>
                  </a:extLst>
                </p:cNvPr>
                <p:cNvSpPr/>
                <p:nvPr/>
              </p:nvSpPr>
              <p:spPr>
                <a:xfrm>
                  <a:off x="5096988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6" name="Rectangle 91">
                  <a:extLst>
                    <a:ext uri="{FF2B5EF4-FFF2-40B4-BE49-F238E27FC236}">
                      <a16:creationId xmlns:a16="http://schemas.microsoft.com/office/drawing/2014/main" id="{4640345C-2328-1E10-C59A-3D2B7397D65C}"/>
                    </a:ext>
                  </a:extLst>
                </p:cNvPr>
                <p:cNvSpPr/>
                <p:nvPr/>
              </p:nvSpPr>
              <p:spPr>
                <a:xfrm>
                  <a:off x="5232958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7" name="Rectangle 92">
                  <a:extLst>
                    <a:ext uri="{FF2B5EF4-FFF2-40B4-BE49-F238E27FC236}">
                      <a16:creationId xmlns:a16="http://schemas.microsoft.com/office/drawing/2014/main" id="{B9E79A50-1734-2F66-95FB-92D931963A38}"/>
                    </a:ext>
                  </a:extLst>
                </p:cNvPr>
                <p:cNvSpPr/>
                <p:nvPr/>
              </p:nvSpPr>
              <p:spPr>
                <a:xfrm>
                  <a:off x="5429358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8" name="Rectangle 93">
                  <a:extLst>
                    <a:ext uri="{FF2B5EF4-FFF2-40B4-BE49-F238E27FC236}">
                      <a16:creationId xmlns:a16="http://schemas.microsoft.com/office/drawing/2014/main" id="{CE294700-EDAD-85E0-796B-56EEBB132039}"/>
                    </a:ext>
                  </a:extLst>
                </p:cNvPr>
                <p:cNvSpPr/>
                <p:nvPr/>
              </p:nvSpPr>
              <p:spPr>
                <a:xfrm>
                  <a:off x="5565328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9" name="Rectangle 94">
                  <a:extLst>
                    <a:ext uri="{FF2B5EF4-FFF2-40B4-BE49-F238E27FC236}">
                      <a16:creationId xmlns:a16="http://schemas.microsoft.com/office/drawing/2014/main" id="{6403EB8D-97CE-136F-2FD7-7BCF409AE9C4}"/>
                    </a:ext>
                  </a:extLst>
                </p:cNvPr>
                <p:cNvSpPr/>
                <p:nvPr/>
              </p:nvSpPr>
              <p:spPr>
                <a:xfrm>
                  <a:off x="5761728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80" name="Rectangle 95">
                  <a:extLst>
                    <a:ext uri="{FF2B5EF4-FFF2-40B4-BE49-F238E27FC236}">
                      <a16:creationId xmlns:a16="http://schemas.microsoft.com/office/drawing/2014/main" id="{B3B478EC-4BB9-BE82-3B8C-615245B07ADA}"/>
                    </a:ext>
                  </a:extLst>
                </p:cNvPr>
                <p:cNvSpPr/>
                <p:nvPr/>
              </p:nvSpPr>
              <p:spPr>
                <a:xfrm>
                  <a:off x="5897697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81" name="Rectangle 96">
                  <a:extLst>
                    <a:ext uri="{FF2B5EF4-FFF2-40B4-BE49-F238E27FC236}">
                      <a16:creationId xmlns:a16="http://schemas.microsoft.com/office/drawing/2014/main" id="{033398D9-4F69-658D-68F0-4BEC0C59F234}"/>
                    </a:ext>
                  </a:extLst>
                </p:cNvPr>
                <p:cNvSpPr/>
                <p:nvPr/>
              </p:nvSpPr>
              <p:spPr>
                <a:xfrm>
                  <a:off x="6094098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82" name="Rectangle 97">
                  <a:extLst>
                    <a:ext uri="{FF2B5EF4-FFF2-40B4-BE49-F238E27FC236}">
                      <a16:creationId xmlns:a16="http://schemas.microsoft.com/office/drawing/2014/main" id="{DD4C3FD6-5A46-8D6D-9F3B-F90F63BB8E43}"/>
                    </a:ext>
                  </a:extLst>
                </p:cNvPr>
                <p:cNvSpPr/>
                <p:nvPr/>
              </p:nvSpPr>
              <p:spPr>
                <a:xfrm>
                  <a:off x="6230067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83" name="Rectangle 98">
                  <a:extLst>
                    <a:ext uri="{FF2B5EF4-FFF2-40B4-BE49-F238E27FC236}">
                      <a16:creationId xmlns:a16="http://schemas.microsoft.com/office/drawing/2014/main" id="{B5065DFE-E34E-2805-994E-38802767B173}"/>
                    </a:ext>
                  </a:extLst>
                </p:cNvPr>
                <p:cNvSpPr/>
                <p:nvPr/>
              </p:nvSpPr>
              <p:spPr>
                <a:xfrm>
                  <a:off x="6426467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84" name="Rectangle 99">
                  <a:extLst>
                    <a:ext uri="{FF2B5EF4-FFF2-40B4-BE49-F238E27FC236}">
                      <a16:creationId xmlns:a16="http://schemas.microsoft.com/office/drawing/2014/main" id="{59429334-F122-B05A-4E0D-019ECC21FDD0}"/>
                    </a:ext>
                  </a:extLst>
                </p:cNvPr>
                <p:cNvSpPr/>
                <p:nvPr/>
              </p:nvSpPr>
              <p:spPr>
                <a:xfrm>
                  <a:off x="6562436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85" name="Rectangle 100">
                  <a:extLst>
                    <a:ext uri="{FF2B5EF4-FFF2-40B4-BE49-F238E27FC236}">
                      <a16:creationId xmlns:a16="http://schemas.microsoft.com/office/drawing/2014/main" id="{A95C51E2-487A-6805-FBBB-06F0244A53E5}"/>
                    </a:ext>
                  </a:extLst>
                </p:cNvPr>
                <p:cNvSpPr/>
                <p:nvPr/>
              </p:nvSpPr>
              <p:spPr>
                <a:xfrm>
                  <a:off x="6758836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86" name="Rectangle 101">
                  <a:extLst>
                    <a:ext uri="{FF2B5EF4-FFF2-40B4-BE49-F238E27FC236}">
                      <a16:creationId xmlns:a16="http://schemas.microsoft.com/office/drawing/2014/main" id="{B73C6B5A-B87B-7948-3072-96C4AA790FC9}"/>
                    </a:ext>
                  </a:extLst>
                </p:cNvPr>
                <p:cNvSpPr/>
                <p:nvPr/>
              </p:nvSpPr>
              <p:spPr>
                <a:xfrm>
                  <a:off x="6894806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87" name="Rectangle 102">
                  <a:extLst>
                    <a:ext uri="{FF2B5EF4-FFF2-40B4-BE49-F238E27FC236}">
                      <a16:creationId xmlns:a16="http://schemas.microsoft.com/office/drawing/2014/main" id="{D9F05ACB-F7C4-B971-FDEB-A4882E705EE6}"/>
                    </a:ext>
                  </a:extLst>
                </p:cNvPr>
                <p:cNvSpPr/>
                <p:nvPr/>
              </p:nvSpPr>
              <p:spPr>
                <a:xfrm>
                  <a:off x="7091206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88" name="Rectangle 103">
                  <a:extLst>
                    <a:ext uri="{FF2B5EF4-FFF2-40B4-BE49-F238E27FC236}">
                      <a16:creationId xmlns:a16="http://schemas.microsoft.com/office/drawing/2014/main" id="{2780A0A9-A189-5DB4-E12F-CD1EB8C439B9}"/>
                    </a:ext>
                  </a:extLst>
                </p:cNvPr>
                <p:cNvSpPr/>
                <p:nvPr/>
              </p:nvSpPr>
              <p:spPr>
                <a:xfrm>
                  <a:off x="7227175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207" name="グループ化 206">
              <a:extLst>
                <a:ext uri="{FF2B5EF4-FFF2-40B4-BE49-F238E27FC236}">
                  <a16:creationId xmlns:a16="http://schemas.microsoft.com/office/drawing/2014/main" id="{1AC90F35-0A99-B645-4BEF-23FF1D2B965B}"/>
                </a:ext>
              </a:extLst>
            </p:cNvPr>
            <p:cNvGrpSpPr/>
            <p:nvPr/>
          </p:nvGrpSpPr>
          <p:grpSpPr>
            <a:xfrm>
              <a:off x="5707996" y="1366883"/>
              <a:ext cx="920297" cy="893919"/>
              <a:chOff x="5978930" y="5568471"/>
              <a:chExt cx="900000" cy="900000"/>
            </a:xfrm>
          </p:grpSpPr>
          <p:sp>
            <p:nvSpPr>
              <p:cNvPr id="529" name="Rectangle 1052">
                <a:extLst>
                  <a:ext uri="{FF2B5EF4-FFF2-40B4-BE49-F238E27FC236}">
                    <a16:creationId xmlns:a16="http://schemas.microsoft.com/office/drawing/2014/main" id="{D932A5D0-4588-3E92-318C-B7C631FA79C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978930" y="5568471"/>
                <a:ext cx="900000" cy="900000"/>
              </a:xfrm>
              <a:prstGeom prst="rect">
                <a:avLst/>
              </a:prstGeom>
              <a:solidFill>
                <a:srgbClr val="FBEADA"/>
              </a:solidFill>
              <a:ln w="12700"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altLang="ja-JP" sz="1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30" name="グループ化 529">
                <a:extLst>
                  <a:ext uri="{FF2B5EF4-FFF2-40B4-BE49-F238E27FC236}">
                    <a16:creationId xmlns:a16="http://schemas.microsoft.com/office/drawing/2014/main" id="{8BC85FF7-5A05-952E-92CA-FA0DA3D3C04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016049" y="5608981"/>
                <a:ext cx="828000" cy="828000"/>
                <a:chOff x="4764619" y="1854439"/>
                <a:chExt cx="2643849" cy="1867106"/>
              </a:xfrm>
            </p:grpSpPr>
            <p:sp>
              <p:nvSpPr>
                <p:cNvPr id="531" name="Rectangle 24">
                  <a:extLst>
                    <a:ext uri="{FF2B5EF4-FFF2-40B4-BE49-F238E27FC236}">
                      <a16:creationId xmlns:a16="http://schemas.microsoft.com/office/drawing/2014/main" id="{FEAF9C17-AFEC-1B3B-7782-8DD7551FD46B}"/>
                    </a:ext>
                  </a:extLst>
                </p:cNvPr>
                <p:cNvSpPr/>
                <p:nvPr/>
              </p:nvSpPr>
              <p:spPr>
                <a:xfrm>
                  <a:off x="4765255" y="185672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32" name="Rectangle 25">
                  <a:extLst>
                    <a:ext uri="{FF2B5EF4-FFF2-40B4-BE49-F238E27FC236}">
                      <a16:creationId xmlns:a16="http://schemas.microsoft.com/office/drawing/2014/main" id="{D970ABE9-E59F-1EBA-5FA0-F1F3512FE289}"/>
                    </a:ext>
                  </a:extLst>
                </p:cNvPr>
                <p:cNvSpPr/>
                <p:nvPr/>
              </p:nvSpPr>
              <p:spPr>
                <a:xfrm>
                  <a:off x="4900588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33" name="Rectangle 26">
                  <a:extLst>
                    <a:ext uri="{FF2B5EF4-FFF2-40B4-BE49-F238E27FC236}">
                      <a16:creationId xmlns:a16="http://schemas.microsoft.com/office/drawing/2014/main" id="{5F09E982-D05F-621C-1E7C-5E774E2FEFB3}"/>
                    </a:ext>
                  </a:extLst>
                </p:cNvPr>
                <p:cNvSpPr/>
                <p:nvPr/>
              </p:nvSpPr>
              <p:spPr>
                <a:xfrm>
                  <a:off x="5096988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34" name="Rectangle 27">
                  <a:extLst>
                    <a:ext uri="{FF2B5EF4-FFF2-40B4-BE49-F238E27FC236}">
                      <a16:creationId xmlns:a16="http://schemas.microsoft.com/office/drawing/2014/main" id="{F06DA861-60CF-E51D-8EA5-31B2B87A68B1}"/>
                    </a:ext>
                  </a:extLst>
                </p:cNvPr>
                <p:cNvSpPr/>
                <p:nvPr/>
              </p:nvSpPr>
              <p:spPr>
                <a:xfrm>
                  <a:off x="5232958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35" name="Rectangle 28">
                  <a:extLst>
                    <a:ext uri="{FF2B5EF4-FFF2-40B4-BE49-F238E27FC236}">
                      <a16:creationId xmlns:a16="http://schemas.microsoft.com/office/drawing/2014/main" id="{ADEFE9AA-12BE-F8EB-6865-49D582351EDA}"/>
                    </a:ext>
                  </a:extLst>
                </p:cNvPr>
                <p:cNvSpPr/>
                <p:nvPr/>
              </p:nvSpPr>
              <p:spPr>
                <a:xfrm>
                  <a:off x="5429358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36" name="Rectangle 29">
                  <a:extLst>
                    <a:ext uri="{FF2B5EF4-FFF2-40B4-BE49-F238E27FC236}">
                      <a16:creationId xmlns:a16="http://schemas.microsoft.com/office/drawing/2014/main" id="{BFD44DB1-1F17-07AD-B469-9E1DDC7CC392}"/>
                    </a:ext>
                  </a:extLst>
                </p:cNvPr>
                <p:cNvSpPr/>
                <p:nvPr/>
              </p:nvSpPr>
              <p:spPr>
                <a:xfrm>
                  <a:off x="5565328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37" name="Rectangle 30">
                  <a:extLst>
                    <a:ext uri="{FF2B5EF4-FFF2-40B4-BE49-F238E27FC236}">
                      <a16:creationId xmlns:a16="http://schemas.microsoft.com/office/drawing/2014/main" id="{15C69645-BDF4-5A94-DB1E-A5AC5DA80923}"/>
                    </a:ext>
                  </a:extLst>
                </p:cNvPr>
                <p:cNvSpPr/>
                <p:nvPr/>
              </p:nvSpPr>
              <p:spPr>
                <a:xfrm>
                  <a:off x="5761728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38" name="Rectangle 31">
                  <a:extLst>
                    <a:ext uri="{FF2B5EF4-FFF2-40B4-BE49-F238E27FC236}">
                      <a16:creationId xmlns:a16="http://schemas.microsoft.com/office/drawing/2014/main" id="{B19E8C08-F865-71D2-400B-2FC4C4FABF72}"/>
                    </a:ext>
                  </a:extLst>
                </p:cNvPr>
                <p:cNvSpPr/>
                <p:nvPr/>
              </p:nvSpPr>
              <p:spPr>
                <a:xfrm>
                  <a:off x="5897697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39" name="Rectangle 32">
                  <a:extLst>
                    <a:ext uri="{FF2B5EF4-FFF2-40B4-BE49-F238E27FC236}">
                      <a16:creationId xmlns:a16="http://schemas.microsoft.com/office/drawing/2014/main" id="{AC96C4AA-4BD8-7724-78A4-0DE9827A84C2}"/>
                    </a:ext>
                  </a:extLst>
                </p:cNvPr>
                <p:cNvSpPr/>
                <p:nvPr/>
              </p:nvSpPr>
              <p:spPr>
                <a:xfrm>
                  <a:off x="6094098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40" name="Rectangle 33">
                  <a:extLst>
                    <a:ext uri="{FF2B5EF4-FFF2-40B4-BE49-F238E27FC236}">
                      <a16:creationId xmlns:a16="http://schemas.microsoft.com/office/drawing/2014/main" id="{A6BC294E-AE49-F069-E65B-50C5C04F87EF}"/>
                    </a:ext>
                  </a:extLst>
                </p:cNvPr>
                <p:cNvSpPr/>
                <p:nvPr/>
              </p:nvSpPr>
              <p:spPr>
                <a:xfrm>
                  <a:off x="6230067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41" name="Rectangle 34">
                  <a:extLst>
                    <a:ext uri="{FF2B5EF4-FFF2-40B4-BE49-F238E27FC236}">
                      <a16:creationId xmlns:a16="http://schemas.microsoft.com/office/drawing/2014/main" id="{055781BE-1AFC-27BF-7C19-1B17834BF74C}"/>
                    </a:ext>
                  </a:extLst>
                </p:cNvPr>
                <p:cNvSpPr/>
                <p:nvPr/>
              </p:nvSpPr>
              <p:spPr>
                <a:xfrm>
                  <a:off x="6426467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42" name="Rectangle 35">
                  <a:extLst>
                    <a:ext uri="{FF2B5EF4-FFF2-40B4-BE49-F238E27FC236}">
                      <a16:creationId xmlns:a16="http://schemas.microsoft.com/office/drawing/2014/main" id="{06FA8F10-FC0A-A1F5-55F0-8569EE54FB26}"/>
                    </a:ext>
                  </a:extLst>
                </p:cNvPr>
                <p:cNvSpPr/>
                <p:nvPr/>
              </p:nvSpPr>
              <p:spPr>
                <a:xfrm>
                  <a:off x="6562436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43" name="Rectangle 36">
                  <a:extLst>
                    <a:ext uri="{FF2B5EF4-FFF2-40B4-BE49-F238E27FC236}">
                      <a16:creationId xmlns:a16="http://schemas.microsoft.com/office/drawing/2014/main" id="{5ADC615A-95FB-3042-76E8-8E5DA0E3010B}"/>
                    </a:ext>
                  </a:extLst>
                </p:cNvPr>
                <p:cNvSpPr/>
                <p:nvPr/>
              </p:nvSpPr>
              <p:spPr>
                <a:xfrm>
                  <a:off x="6758836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44" name="Rectangle 37">
                  <a:extLst>
                    <a:ext uri="{FF2B5EF4-FFF2-40B4-BE49-F238E27FC236}">
                      <a16:creationId xmlns:a16="http://schemas.microsoft.com/office/drawing/2014/main" id="{93193048-6CAF-3D1B-8581-33F33FDFB70A}"/>
                    </a:ext>
                  </a:extLst>
                </p:cNvPr>
                <p:cNvSpPr/>
                <p:nvPr/>
              </p:nvSpPr>
              <p:spPr>
                <a:xfrm>
                  <a:off x="6894806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45" name="Rectangle 38">
                  <a:extLst>
                    <a:ext uri="{FF2B5EF4-FFF2-40B4-BE49-F238E27FC236}">
                      <a16:creationId xmlns:a16="http://schemas.microsoft.com/office/drawing/2014/main" id="{E48A9A4A-ABA7-0C1F-4E96-3E46072C1237}"/>
                    </a:ext>
                  </a:extLst>
                </p:cNvPr>
                <p:cNvSpPr/>
                <p:nvPr/>
              </p:nvSpPr>
              <p:spPr>
                <a:xfrm>
                  <a:off x="7091206" y="185443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46" name="Rectangle 39">
                  <a:extLst>
                    <a:ext uri="{FF2B5EF4-FFF2-40B4-BE49-F238E27FC236}">
                      <a16:creationId xmlns:a16="http://schemas.microsoft.com/office/drawing/2014/main" id="{69189DBE-92D7-0815-5A10-9BF1A8DFDB77}"/>
                    </a:ext>
                  </a:extLst>
                </p:cNvPr>
                <p:cNvSpPr/>
                <p:nvPr/>
              </p:nvSpPr>
              <p:spPr>
                <a:xfrm>
                  <a:off x="7227175" y="1930879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47" name="Rectangle 88">
                  <a:extLst>
                    <a:ext uri="{FF2B5EF4-FFF2-40B4-BE49-F238E27FC236}">
                      <a16:creationId xmlns:a16="http://schemas.microsoft.com/office/drawing/2014/main" id="{F6D55426-C056-237A-1CC1-A4CA792FF668}"/>
                    </a:ext>
                  </a:extLst>
                </p:cNvPr>
                <p:cNvSpPr/>
                <p:nvPr/>
              </p:nvSpPr>
              <p:spPr>
                <a:xfrm>
                  <a:off x="4764619" y="2085888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48" name="Rectangle 89">
                  <a:extLst>
                    <a:ext uri="{FF2B5EF4-FFF2-40B4-BE49-F238E27FC236}">
                      <a16:creationId xmlns:a16="http://schemas.microsoft.com/office/drawing/2014/main" id="{E102B88F-CFD4-09B9-9BC6-6AAAF3CFFD95}"/>
                    </a:ext>
                  </a:extLst>
                </p:cNvPr>
                <p:cNvSpPr/>
                <p:nvPr/>
              </p:nvSpPr>
              <p:spPr>
                <a:xfrm>
                  <a:off x="4900588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49" name="Rectangle 90">
                  <a:extLst>
                    <a:ext uri="{FF2B5EF4-FFF2-40B4-BE49-F238E27FC236}">
                      <a16:creationId xmlns:a16="http://schemas.microsoft.com/office/drawing/2014/main" id="{78B3B79C-EB87-00C7-408E-1306EC1EC478}"/>
                    </a:ext>
                  </a:extLst>
                </p:cNvPr>
                <p:cNvSpPr/>
                <p:nvPr/>
              </p:nvSpPr>
              <p:spPr>
                <a:xfrm>
                  <a:off x="5096988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50" name="Rectangle 91">
                  <a:extLst>
                    <a:ext uri="{FF2B5EF4-FFF2-40B4-BE49-F238E27FC236}">
                      <a16:creationId xmlns:a16="http://schemas.microsoft.com/office/drawing/2014/main" id="{6430C8F9-645C-8033-8561-4AF33AC9D549}"/>
                    </a:ext>
                  </a:extLst>
                </p:cNvPr>
                <p:cNvSpPr/>
                <p:nvPr/>
              </p:nvSpPr>
              <p:spPr>
                <a:xfrm>
                  <a:off x="5232958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51" name="Rectangle 92">
                  <a:extLst>
                    <a:ext uri="{FF2B5EF4-FFF2-40B4-BE49-F238E27FC236}">
                      <a16:creationId xmlns:a16="http://schemas.microsoft.com/office/drawing/2014/main" id="{F0D926E8-A48D-E700-B2A0-22BAFB523139}"/>
                    </a:ext>
                  </a:extLst>
                </p:cNvPr>
                <p:cNvSpPr/>
                <p:nvPr/>
              </p:nvSpPr>
              <p:spPr>
                <a:xfrm>
                  <a:off x="5429358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52" name="Rectangle 93">
                  <a:extLst>
                    <a:ext uri="{FF2B5EF4-FFF2-40B4-BE49-F238E27FC236}">
                      <a16:creationId xmlns:a16="http://schemas.microsoft.com/office/drawing/2014/main" id="{FA3C3FD3-A25C-F191-0D53-8F4ABCB2134E}"/>
                    </a:ext>
                  </a:extLst>
                </p:cNvPr>
                <p:cNvSpPr/>
                <p:nvPr/>
              </p:nvSpPr>
              <p:spPr>
                <a:xfrm>
                  <a:off x="5565328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53" name="Rectangle 94">
                  <a:extLst>
                    <a:ext uri="{FF2B5EF4-FFF2-40B4-BE49-F238E27FC236}">
                      <a16:creationId xmlns:a16="http://schemas.microsoft.com/office/drawing/2014/main" id="{B46D0082-F0DE-FD29-3259-0E6E5A56F22A}"/>
                    </a:ext>
                  </a:extLst>
                </p:cNvPr>
                <p:cNvSpPr/>
                <p:nvPr/>
              </p:nvSpPr>
              <p:spPr>
                <a:xfrm>
                  <a:off x="5761728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54" name="Rectangle 95">
                  <a:extLst>
                    <a:ext uri="{FF2B5EF4-FFF2-40B4-BE49-F238E27FC236}">
                      <a16:creationId xmlns:a16="http://schemas.microsoft.com/office/drawing/2014/main" id="{41A64D0E-DAC5-5F3E-456A-EED8FFA8A87F}"/>
                    </a:ext>
                  </a:extLst>
                </p:cNvPr>
                <p:cNvSpPr/>
                <p:nvPr/>
              </p:nvSpPr>
              <p:spPr>
                <a:xfrm>
                  <a:off x="5897697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55" name="Rectangle 96">
                  <a:extLst>
                    <a:ext uri="{FF2B5EF4-FFF2-40B4-BE49-F238E27FC236}">
                      <a16:creationId xmlns:a16="http://schemas.microsoft.com/office/drawing/2014/main" id="{EC731AD1-F8F5-C454-E282-AD6BD3B8B625}"/>
                    </a:ext>
                  </a:extLst>
                </p:cNvPr>
                <p:cNvSpPr/>
                <p:nvPr/>
              </p:nvSpPr>
              <p:spPr>
                <a:xfrm>
                  <a:off x="6094098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56" name="Rectangle 97">
                  <a:extLst>
                    <a:ext uri="{FF2B5EF4-FFF2-40B4-BE49-F238E27FC236}">
                      <a16:creationId xmlns:a16="http://schemas.microsoft.com/office/drawing/2014/main" id="{A408600B-F66E-4A37-4C22-3A541DE3FE4C}"/>
                    </a:ext>
                  </a:extLst>
                </p:cNvPr>
                <p:cNvSpPr/>
                <p:nvPr/>
              </p:nvSpPr>
              <p:spPr>
                <a:xfrm>
                  <a:off x="6230067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57" name="Rectangle 98">
                  <a:extLst>
                    <a:ext uri="{FF2B5EF4-FFF2-40B4-BE49-F238E27FC236}">
                      <a16:creationId xmlns:a16="http://schemas.microsoft.com/office/drawing/2014/main" id="{317708B0-3924-EDD9-2FBD-1F3AB444A7AB}"/>
                    </a:ext>
                  </a:extLst>
                </p:cNvPr>
                <p:cNvSpPr/>
                <p:nvPr/>
              </p:nvSpPr>
              <p:spPr>
                <a:xfrm>
                  <a:off x="6426467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58" name="Rectangle 99">
                  <a:extLst>
                    <a:ext uri="{FF2B5EF4-FFF2-40B4-BE49-F238E27FC236}">
                      <a16:creationId xmlns:a16="http://schemas.microsoft.com/office/drawing/2014/main" id="{5E50958D-DD8B-C127-DD60-E36AF6CBEFD4}"/>
                    </a:ext>
                  </a:extLst>
                </p:cNvPr>
                <p:cNvSpPr/>
                <p:nvPr/>
              </p:nvSpPr>
              <p:spPr>
                <a:xfrm>
                  <a:off x="6562436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59" name="Rectangle 100">
                  <a:extLst>
                    <a:ext uri="{FF2B5EF4-FFF2-40B4-BE49-F238E27FC236}">
                      <a16:creationId xmlns:a16="http://schemas.microsoft.com/office/drawing/2014/main" id="{60C87288-D4CB-C7D3-7275-3DFBACA48614}"/>
                    </a:ext>
                  </a:extLst>
                </p:cNvPr>
                <p:cNvSpPr/>
                <p:nvPr/>
              </p:nvSpPr>
              <p:spPr>
                <a:xfrm>
                  <a:off x="6758836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60" name="Rectangle 101">
                  <a:extLst>
                    <a:ext uri="{FF2B5EF4-FFF2-40B4-BE49-F238E27FC236}">
                      <a16:creationId xmlns:a16="http://schemas.microsoft.com/office/drawing/2014/main" id="{D0C6FD03-CFEB-6315-E94C-34AEC864818F}"/>
                    </a:ext>
                  </a:extLst>
                </p:cNvPr>
                <p:cNvSpPr/>
                <p:nvPr/>
              </p:nvSpPr>
              <p:spPr>
                <a:xfrm>
                  <a:off x="6894806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61" name="Rectangle 102">
                  <a:extLst>
                    <a:ext uri="{FF2B5EF4-FFF2-40B4-BE49-F238E27FC236}">
                      <a16:creationId xmlns:a16="http://schemas.microsoft.com/office/drawing/2014/main" id="{96E9D121-00FE-CD0C-9731-291958A07183}"/>
                    </a:ext>
                  </a:extLst>
                </p:cNvPr>
                <p:cNvSpPr/>
                <p:nvPr/>
              </p:nvSpPr>
              <p:spPr>
                <a:xfrm>
                  <a:off x="7091206" y="20966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62" name="Rectangle 103">
                  <a:extLst>
                    <a:ext uri="{FF2B5EF4-FFF2-40B4-BE49-F238E27FC236}">
                      <a16:creationId xmlns:a16="http://schemas.microsoft.com/office/drawing/2014/main" id="{720C73BA-8523-B312-FED0-234DE95694FB}"/>
                    </a:ext>
                  </a:extLst>
                </p:cNvPr>
                <p:cNvSpPr/>
                <p:nvPr/>
              </p:nvSpPr>
              <p:spPr>
                <a:xfrm>
                  <a:off x="7227175" y="2173080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63" name="Rectangle 24">
                  <a:extLst>
                    <a:ext uri="{FF2B5EF4-FFF2-40B4-BE49-F238E27FC236}">
                      <a16:creationId xmlns:a16="http://schemas.microsoft.com/office/drawing/2014/main" id="{994225AD-66EA-AB91-871F-F24D9F0C715A}"/>
                    </a:ext>
                  </a:extLst>
                </p:cNvPr>
                <p:cNvSpPr/>
                <p:nvPr/>
              </p:nvSpPr>
              <p:spPr>
                <a:xfrm>
                  <a:off x="4765255" y="233614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64" name="Rectangle 25">
                  <a:extLst>
                    <a:ext uri="{FF2B5EF4-FFF2-40B4-BE49-F238E27FC236}">
                      <a16:creationId xmlns:a16="http://schemas.microsoft.com/office/drawing/2014/main" id="{C379E7C9-D797-8AE1-8997-E81200795A4C}"/>
                    </a:ext>
                  </a:extLst>
                </p:cNvPr>
                <p:cNvSpPr/>
                <p:nvPr/>
              </p:nvSpPr>
              <p:spPr>
                <a:xfrm>
                  <a:off x="4900588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65" name="Rectangle 26">
                  <a:extLst>
                    <a:ext uri="{FF2B5EF4-FFF2-40B4-BE49-F238E27FC236}">
                      <a16:creationId xmlns:a16="http://schemas.microsoft.com/office/drawing/2014/main" id="{D7C5576F-8962-83E0-B3AA-E73F11A0A9EC}"/>
                    </a:ext>
                  </a:extLst>
                </p:cNvPr>
                <p:cNvSpPr/>
                <p:nvPr/>
              </p:nvSpPr>
              <p:spPr>
                <a:xfrm>
                  <a:off x="5096988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66" name="Rectangle 27">
                  <a:extLst>
                    <a:ext uri="{FF2B5EF4-FFF2-40B4-BE49-F238E27FC236}">
                      <a16:creationId xmlns:a16="http://schemas.microsoft.com/office/drawing/2014/main" id="{63F3E8A2-59DD-8214-48AD-6D7CAD2E464F}"/>
                    </a:ext>
                  </a:extLst>
                </p:cNvPr>
                <p:cNvSpPr/>
                <p:nvPr/>
              </p:nvSpPr>
              <p:spPr>
                <a:xfrm>
                  <a:off x="5232958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67" name="Rectangle 28">
                  <a:extLst>
                    <a:ext uri="{FF2B5EF4-FFF2-40B4-BE49-F238E27FC236}">
                      <a16:creationId xmlns:a16="http://schemas.microsoft.com/office/drawing/2014/main" id="{142B6BA7-A839-282C-B562-5DB51D92714A}"/>
                    </a:ext>
                  </a:extLst>
                </p:cNvPr>
                <p:cNvSpPr/>
                <p:nvPr/>
              </p:nvSpPr>
              <p:spPr>
                <a:xfrm>
                  <a:off x="5429358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68" name="Rectangle 29">
                  <a:extLst>
                    <a:ext uri="{FF2B5EF4-FFF2-40B4-BE49-F238E27FC236}">
                      <a16:creationId xmlns:a16="http://schemas.microsoft.com/office/drawing/2014/main" id="{42FE3DCC-E047-C2D9-8097-E985450CC19F}"/>
                    </a:ext>
                  </a:extLst>
                </p:cNvPr>
                <p:cNvSpPr/>
                <p:nvPr/>
              </p:nvSpPr>
              <p:spPr>
                <a:xfrm>
                  <a:off x="5565328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69" name="Rectangle 30">
                  <a:extLst>
                    <a:ext uri="{FF2B5EF4-FFF2-40B4-BE49-F238E27FC236}">
                      <a16:creationId xmlns:a16="http://schemas.microsoft.com/office/drawing/2014/main" id="{FC1EE324-F213-916B-B969-B504BAC0FC94}"/>
                    </a:ext>
                  </a:extLst>
                </p:cNvPr>
                <p:cNvSpPr/>
                <p:nvPr/>
              </p:nvSpPr>
              <p:spPr>
                <a:xfrm>
                  <a:off x="5761728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0" name="Rectangle 31">
                  <a:extLst>
                    <a:ext uri="{FF2B5EF4-FFF2-40B4-BE49-F238E27FC236}">
                      <a16:creationId xmlns:a16="http://schemas.microsoft.com/office/drawing/2014/main" id="{30356657-5844-FA0A-91EF-3DF5AEF974A6}"/>
                    </a:ext>
                  </a:extLst>
                </p:cNvPr>
                <p:cNvSpPr/>
                <p:nvPr/>
              </p:nvSpPr>
              <p:spPr>
                <a:xfrm>
                  <a:off x="5897697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1" name="Rectangle 32">
                  <a:extLst>
                    <a:ext uri="{FF2B5EF4-FFF2-40B4-BE49-F238E27FC236}">
                      <a16:creationId xmlns:a16="http://schemas.microsoft.com/office/drawing/2014/main" id="{6F745B13-A1D6-D97C-D834-F2E531FC9CD6}"/>
                    </a:ext>
                  </a:extLst>
                </p:cNvPr>
                <p:cNvSpPr/>
                <p:nvPr/>
              </p:nvSpPr>
              <p:spPr>
                <a:xfrm>
                  <a:off x="6094098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2" name="Rectangle 33">
                  <a:extLst>
                    <a:ext uri="{FF2B5EF4-FFF2-40B4-BE49-F238E27FC236}">
                      <a16:creationId xmlns:a16="http://schemas.microsoft.com/office/drawing/2014/main" id="{2514B731-5E22-F5C1-D7B6-D8EAE453BA0A}"/>
                    </a:ext>
                  </a:extLst>
                </p:cNvPr>
                <p:cNvSpPr/>
                <p:nvPr/>
              </p:nvSpPr>
              <p:spPr>
                <a:xfrm>
                  <a:off x="6230067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3" name="Rectangle 34">
                  <a:extLst>
                    <a:ext uri="{FF2B5EF4-FFF2-40B4-BE49-F238E27FC236}">
                      <a16:creationId xmlns:a16="http://schemas.microsoft.com/office/drawing/2014/main" id="{F9C30E3C-8BFC-0E60-5924-4B5F603A46CF}"/>
                    </a:ext>
                  </a:extLst>
                </p:cNvPr>
                <p:cNvSpPr/>
                <p:nvPr/>
              </p:nvSpPr>
              <p:spPr>
                <a:xfrm>
                  <a:off x="6426467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4" name="Rectangle 35">
                  <a:extLst>
                    <a:ext uri="{FF2B5EF4-FFF2-40B4-BE49-F238E27FC236}">
                      <a16:creationId xmlns:a16="http://schemas.microsoft.com/office/drawing/2014/main" id="{990640FE-E272-5E5E-32B7-D54BEC7DB1A4}"/>
                    </a:ext>
                  </a:extLst>
                </p:cNvPr>
                <p:cNvSpPr/>
                <p:nvPr/>
              </p:nvSpPr>
              <p:spPr>
                <a:xfrm>
                  <a:off x="6562436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5" name="Rectangle 36">
                  <a:extLst>
                    <a:ext uri="{FF2B5EF4-FFF2-40B4-BE49-F238E27FC236}">
                      <a16:creationId xmlns:a16="http://schemas.microsoft.com/office/drawing/2014/main" id="{9CC269A3-8FB6-245A-1C64-84336A65E05F}"/>
                    </a:ext>
                  </a:extLst>
                </p:cNvPr>
                <p:cNvSpPr/>
                <p:nvPr/>
              </p:nvSpPr>
              <p:spPr>
                <a:xfrm>
                  <a:off x="6758836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6" name="Rectangle 37">
                  <a:extLst>
                    <a:ext uri="{FF2B5EF4-FFF2-40B4-BE49-F238E27FC236}">
                      <a16:creationId xmlns:a16="http://schemas.microsoft.com/office/drawing/2014/main" id="{E68D0FC6-A73C-CB45-CEF8-DE20E4DA8753}"/>
                    </a:ext>
                  </a:extLst>
                </p:cNvPr>
                <p:cNvSpPr/>
                <p:nvPr/>
              </p:nvSpPr>
              <p:spPr>
                <a:xfrm>
                  <a:off x="6894806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7" name="Rectangle 38">
                  <a:extLst>
                    <a:ext uri="{FF2B5EF4-FFF2-40B4-BE49-F238E27FC236}">
                      <a16:creationId xmlns:a16="http://schemas.microsoft.com/office/drawing/2014/main" id="{2C98950A-99E0-7A0E-44CD-973904B7BEC6}"/>
                    </a:ext>
                  </a:extLst>
                </p:cNvPr>
                <p:cNvSpPr/>
                <p:nvPr/>
              </p:nvSpPr>
              <p:spPr>
                <a:xfrm>
                  <a:off x="7091206" y="2333855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8" name="Rectangle 39">
                  <a:extLst>
                    <a:ext uri="{FF2B5EF4-FFF2-40B4-BE49-F238E27FC236}">
                      <a16:creationId xmlns:a16="http://schemas.microsoft.com/office/drawing/2014/main" id="{A0137EC5-C2F3-E7F6-402A-12DE48F935E6}"/>
                    </a:ext>
                  </a:extLst>
                </p:cNvPr>
                <p:cNvSpPr/>
                <p:nvPr/>
              </p:nvSpPr>
              <p:spPr>
                <a:xfrm>
                  <a:off x="7227175" y="2410295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9" name="Rectangle 88">
                  <a:extLst>
                    <a:ext uri="{FF2B5EF4-FFF2-40B4-BE49-F238E27FC236}">
                      <a16:creationId xmlns:a16="http://schemas.microsoft.com/office/drawing/2014/main" id="{52D51E34-AD30-E259-E07A-1B22754536F6}"/>
                    </a:ext>
                  </a:extLst>
                </p:cNvPr>
                <p:cNvSpPr/>
                <p:nvPr/>
              </p:nvSpPr>
              <p:spPr>
                <a:xfrm>
                  <a:off x="4764619" y="2565304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80" name="Rectangle 89">
                  <a:extLst>
                    <a:ext uri="{FF2B5EF4-FFF2-40B4-BE49-F238E27FC236}">
                      <a16:creationId xmlns:a16="http://schemas.microsoft.com/office/drawing/2014/main" id="{4B0FF217-E313-B2CE-13EE-48C67181F1D1}"/>
                    </a:ext>
                  </a:extLst>
                </p:cNvPr>
                <p:cNvSpPr/>
                <p:nvPr/>
              </p:nvSpPr>
              <p:spPr>
                <a:xfrm>
                  <a:off x="4900588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81" name="Rectangle 90">
                  <a:extLst>
                    <a:ext uri="{FF2B5EF4-FFF2-40B4-BE49-F238E27FC236}">
                      <a16:creationId xmlns:a16="http://schemas.microsoft.com/office/drawing/2014/main" id="{47C43947-3FDB-87A0-F907-F71EA4611276}"/>
                    </a:ext>
                  </a:extLst>
                </p:cNvPr>
                <p:cNvSpPr/>
                <p:nvPr/>
              </p:nvSpPr>
              <p:spPr>
                <a:xfrm>
                  <a:off x="5096988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82" name="Rectangle 91">
                  <a:extLst>
                    <a:ext uri="{FF2B5EF4-FFF2-40B4-BE49-F238E27FC236}">
                      <a16:creationId xmlns:a16="http://schemas.microsoft.com/office/drawing/2014/main" id="{BE53DE12-DF5B-1D5F-7EE6-9D900583764C}"/>
                    </a:ext>
                  </a:extLst>
                </p:cNvPr>
                <p:cNvSpPr/>
                <p:nvPr/>
              </p:nvSpPr>
              <p:spPr>
                <a:xfrm>
                  <a:off x="5232958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83" name="Rectangle 92">
                  <a:extLst>
                    <a:ext uri="{FF2B5EF4-FFF2-40B4-BE49-F238E27FC236}">
                      <a16:creationId xmlns:a16="http://schemas.microsoft.com/office/drawing/2014/main" id="{ABFB730E-DE86-233A-6AB4-E76542D395E3}"/>
                    </a:ext>
                  </a:extLst>
                </p:cNvPr>
                <p:cNvSpPr/>
                <p:nvPr/>
              </p:nvSpPr>
              <p:spPr>
                <a:xfrm>
                  <a:off x="5429358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84" name="Rectangle 93">
                  <a:extLst>
                    <a:ext uri="{FF2B5EF4-FFF2-40B4-BE49-F238E27FC236}">
                      <a16:creationId xmlns:a16="http://schemas.microsoft.com/office/drawing/2014/main" id="{BFFA7875-F3C8-D1F2-2261-C6D518907EAB}"/>
                    </a:ext>
                  </a:extLst>
                </p:cNvPr>
                <p:cNvSpPr/>
                <p:nvPr/>
              </p:nvSpPr>
              <p:spPr>
                <a:xfrm>
                  <a:off x="5565328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85" name="Rectangle 94">
                  <a:extLst>
                    <a:ext uri="{FF2B5EF4-FFF2-40B4-BE49-F238E27FC236}">
                      <a16:creationId xmlns:a16="http://schemas.microsoft.com/office/drawing/2014/main" id="{15F2292D-EAB1-D567-B0ED-216194BC5B8C}"/>
                    </a:ext>
                  </a:extLst>
                </p:cNvPr>
                <p:cNvSpPr/>
                <p:nvPr/>
              </p:nvSpPr>
              <p:spPr>
                <a:xfrm>
                  <a:off x="5761728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86" name="Rectangle 95">
                  <a:extLst>
                    <a:ext uri="{FF2B5EF4-FFF2-40B4-BE49-F238E27FC236}">
                      <a16:creationId xmlns:a16="http://schemas.microsoft.com/office/drawing/2014/main" id="{BA4818B0-8813-8AFC-E92B-2E0C27C5AA59}"/>
                    </a:ext>
                  </a:extLst>
                </p:cNvPr>
                <p:cNvSpPr/>
                <p:nvPr/>
              </p:nvSpPr>
              <p:spPr>
                <a:xfrm>
                  <a:off x="5897697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87" name="Rectangle 96">
                  <a:extLst>
                    <a:ext uri="{FF2B5EF4-FFF2-40B4-BE49-F238E27FC236}">
                      <a16:creationId xmlns:a16="http://schemas.microsoft.com/office/drawing/2014/main" id="{E720D570-C3B8-16E2-B011-282EF78E9422}"/>
                    </a:ext>
                  </a:extLst>
                </p:cNvPr>
                <p:cNvSpPr/>
                <p:nvPr/>
              </p:nvSpPr>
              <p:spPr>
                <a:xfrm>
                  <a:off x="6094098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88" name="Rectangle 97">
                  <a:extLst>
                    <a:ext uri="{FF2B5EF4-FFF2-40B4-BE49-F238E27FC236}">
                      <a16:creationId xmlns:a16="http://schemas.microsoft.com/office/drawing/2014/main" id="{7ED94163-9915-C592-E7F7-1FDBEA03231B}"/>
                    </a:ext>
                  </a:extLst>
                </p:cNvPr>
                <p:cNvSpPr/>
                <p:nvPr/>
              </p:nvSpPr>
              <p:spPr>
                <a:xfrm>
                  <a:off x="6230067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89" name="Rectangle 98">
                  <a:extLst>
                    <a:ext uri="{FF2B5EF4-FFF2-40B4-BE49-F238E27FC236}">
                      <a16:creationId xmlns:a16="http://schemas.microsoft.com/office/drawing/2014/main" id="{718FF547-2479-87BD-99F2-FCA1295AC012}"/>
                    </a:ext>
                  </a:extLst>
                </p:cNvPr>
                <p:cNvSpPr/>
                <p:nvPr/>
              </p:nvSpPr>
              <p:spPr>
                <a:xfrm>
                  <a:off x="6426467" y="2576057"/>
                  <a:ext cx="226616" cy="145321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90" name="Rectangle 99">
                  <a:extLst>
                    <a:ext uri="{FF2B5EF4-FFF2-40B4-BE49-F238E27FC236}">
                      <a16:creationId xmlns:a16="http://schemas.microsoft.com/office/drawing/2014/main" id="{A731A7CA-E93C-3153-0641-DB9EB2BFDEE5}"/>
                    </a:ext>
                  </a:extLst>
                </p:cNvPr>
                <p:cNvSpPr/>
                <p:nvPr/>
              </p:nvSpPr>
              <p:spPr>
                <a:xfrm>
                  <a:off x="6562436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91" name="Rectangle 100">
                  <a:extLst>
                    <a:ext uri="{FF2B5EF4-FFF2-40B4-BE49-F238E27FC236}">
                      <a16:creationId xmlns:a16="http://schemas.microsoft.com/office/drawing/2014/main" id="{1D5DD8FD-C56B-8F71-149D-08DC5FAF0183}"/>
                    </a:ext>
                  </a:extLst>
                </p:cNvPr>
                <p:cNvSpPr/>
                <p:nvPr/>
              </p:nvSpPr>
              <p:spPr>
                <a:xfrm>
                  <a:off x="6758836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92" name="Rectangle 101">
                  <a:extLst>
                    <a:ext uri="{FF2B5EF4-FFF2-40B4-BE49-F238E27FC236}">
                      <a16:creationId xmlns:a16="http://schemas.microsoft.com/office/drawing/2014/main" id="{79C9022B-65F3-0416-8CF0-9A43488AED56}"/>
                    </a:ext>
                  </a:extLst>
                </p:cNvPr>
                <p:cNvSpPr/>
                <p:nvPr/>
              </p:nvSpPr>
              <p:spPr>
                <a:xfrm>
                  <a:off x="6894806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93" name="Rectangle 102">
                  <a:extLst>
                    <a:ext uri="{FF2B5EF4-FFF2-40B4-BE49-F238E27FC236}">
                      <a16:creationId xmlns:a16="http://schemas.microsoft.com/office/drawing/2014/main" id="{6B8F4E53-2052-77D2-9ABE-B088B00F8D3E}"/>
                    </a:ext>
                  </a:extLst>
                </p:cNvPr>
                <p:cNvSpPr/>
                <p:nvPr/>
              </p:nvSpPr>
              <p:spPr>
                <a:xfrm>
                  <a:off x="7091206" y="257605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94" name="Rectangle 103">
                  <a:extLst>
                    <a:ext uri="{FF2B5EF4-FFF2-40B4-BE49-F238E27FC236}">
                      <a16:creationId xmlns:a16="http://schemas.microsoft.com/office/drawing/2014/main" id="{32563BA5-8C2B-20A0-D21A-B4ED6977243E}"/>
                    </a:ext>
                  </a:extLst>
                </p:cNvPr>
                <p:cNvSpPr/>
                <p:nvPr/>
              </p:nvSpPr>
              <p:spPr>
                <a:xfrm>
                  <a:off x="7227175" y="2652496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95" name="Rectangle 24">
                  <a:extLst>
                    <a:ext uri="{FF2B5EF4-FFF2-40B4-BE49-F238E27FC236}">
                      <a16:creationId xmlns:a16="http://schemas.microsoft.com/office/drawing/2014/main" id="{52C60154-3381-25EB-9D61-D85362898955}"/>
                    </a:ext>
                  </a:extLst>
                </p:cNvPr>
                <p:cNvSpPr/>
                <p:nvPr/>
              </p:nvSpPr>
              <p:spPr>
                <a:xfrm>
                  <a:off x="4765255" y="280951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96" name="Rectangle 25">
                  <a:extLst>
                    <a:ext uri="{FF2B5EF4-FFF2-40B4-BE49-F238E27FC236}">
                      <a16:creationId xmlns:a16="http://schemas.microsoft.com/office/drawing/2014/main" id="{BE67CD5E-89B2-06E8-045F-C2A5ED1156D9}"/>
                    </a:ext>
                  </a:extLst>
                </p:cNvPr>
                <p:cNvSpPr/>
                <p:nvPr/>
              </p:nvSpPr>
              <p:spPr>
                <a:xfrm>
                  <a:off x="4900588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97" name="Rectangle 26">
                  <a:extLst>
                    <a:ext uri="{FF2B5EF4-FFF2-40B4-BE49-F238E27FC236}">
                      <a16:creationId xmlns:a16="http://schemas.microsoft.com/office/drawing/2014/main" id="{CB31B2BA-B866-11B6-2F4C-6774AD5DAEEA}"/>
                    </a:ext>
                  </a:extLst>
                </p:cNvPr>
                <p:cNvSpPr/>
                <p:nvPr/>
              </p:nvSpPr>
              <p:spPr>
                <a:xfrm>
                  <a:off x="5096988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98" name="Rectangle 27">
                  <a:extLst>
                    <a:ext uri="{FF2B5EF4-FFF2-40B4-BE49-F238E27FC236}">
                      <a16:creationId xmlns:a16="http://schemas.microsoft.com/office/drawing/2014/main" id="{E6CE3432-8CEE-5D2D-9700-44F8F569DE59}"/>
                    </a:ext>
                  </a:extLst>
                </p:cNvPr>
                <p:cNvSpPr/>
                <p:nvPr/>
              </p:nvSpPr>
              <p:spPr>
                <a:xfrm>
                  <a:off x="5232958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99" name="Rectangle 28">
                  <a:extLst>
                    <a:ext uri="{FF2B5EF4-FFF2-40B4-BE49-F238E27FC236}">
                      <a16:creationId xmlns:a16="http://schemas.microsoft.com/office/drawing/2014/main" id="{82E45AC2-31CD-D62C-EAAF-B1459FB64138}"/>
                    </a:ext>
                  </a:extLst>
                </p:cNvPr>
                <p:cNvSpPr/>
                <p:nvPr/>
              </p:nvSpPr>
              <p:spPr>
                <a:xfrm>
                  <a:off x="5429358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00" name="Rectangle 29">
                  <a:extLst>
                    <a:ext uri="{FF2B5EF4-FFF2-40B4-BE49-F238E27FC236}">
                      <a16:creationId xmlns:a16="http://schemas.microsoft.com/office/drawing/2014/main" id="{327017CB-2EA8-4849-6BEE-B573249BD891}"/>
                    </a:ext>
                  </a:extLst>
                </p:cNvPr>
                <p:cNvSpPr/>
                <p:nvPr/>
              </p:nvSpPr>
              <p:spPr>
                <a:xfrm>
                  <a:off x="5565328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01" name="Rectangle 30">
                  <a:extLst>
                    <a:ext uri="{FF2B5EF4-FFF2-40B4-BE49-F238E27FC236}">
                      <a16:creationId xmlns:a16="http://schemas.microsoft.com/office/drawing/2014/main" id="{0FD33178-D524-6641-444C-1037EEB8EE54}"/>
                    </a:ext>
                  </a:extLst>
                </p:cNvPr>
                <p:cNvSpPr/>
                <p:nvPr/>
              </p:nvSpPr>
              <p:spPr>
                <a:xfrm>
                  <a:off x="5761728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02" name="Rectangle 31">
                  <a:extLst>
                    <a:ext uri="{FF2B5EF4-FFF2-40B4-BE49-F238E27FC236}">
                      <a16:creationId xmlns:a16="http://schemas.microsoft.com/office/drawing/2014/main" id="{C7B69333-79CE-3A0F-D04D-FEBA703BDA17}"/>
                    </a:ext>
                  </a:extLst>
                </p:cNvPr>
                <p:cNvSpPr/>
                <p:nvPr/>
              </p:nvSpPr>
              <p:spPr>
                <a:xfrm>
                  <a:off x="5897697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03" name="Rectangle 32">
                  <a:extLst>
                    <a:ext uri="{FF2B5EF4-FFF2-40B4-BE49-F238E27FC236}">
                      <a16:creationId xmlns:a16="http://schemas.microsoft.com/office/drawing/2014/main" id="{B819EE6F-CD8B-D0CF-1349-A5B29D3A1C99}"/>
                    </a:ext>
                  </a:extLst>
                </p:cNvPr>
                <p:cNvSpPr/>
                <p:nvPr/>
              </p:nvSpPr>
              <p:spPr>
                <a:xfrm>
                  <a:off x="6094098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04" name="Rectangle 33">
                  <a:extLst>
                    <a:ext uri="{FF2B5EF4-FFF2-40B4-BE49-F238E27FC236}">
                      <a16:creationId xmlns:a16="http://schemas.microsoft.com/office/drawing/2014/main" id="{EF0DB3A0-A1D7-F1E8-DB86-F6BB8B8FCCB2}"/>
                    </a:ext>
                  </a:extLst>
                </p:cNvPr>
                <p:cNvSpPr/>
                <p:nvPr/>
              </p:nvSpPr>
              <p:spPr>
                <a:xfrm>
                  <a:off x="6230067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05" name="Rectangle 34">
                  <a:extLst>
                    <a:ext uri="{FF2B5EF4-FFF2-40B4-BE49-F238E27FC236}">
                      <a16:creationId xmlns:a16="http://schemas.microsoft.com/office/drawing/2014/main" id="{D1B0290F-9ACF-828F-8AC6-48443A8DB860}"/>
                    </a:ext>
                  </a:extLst>
                </p:cNvPr>
                <p:cNvSpPr/>
                <p:nvPr/>
              </p:nvSpPr>
              <p:spPr>
                <a:xfrm>
                  <a:off x="6426467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06" name="Rectangle 35">
                  <a:extLst>
                    <a:ext uri="{FF2B5EF4-FFF2-40B4-BE49-F238E27FC236}">
                      <a16:creationId xmlns:a16="http://schemas.microsoft.com/office/drawing/2014/main" id="{95637B93-2D84-2922-6E73-7EDC971B8D90}"/>
                    </a:ext>
                  </a:extLst>
                </p:cNvPr>
                <p:cNvSpPr/>
                <p:nvPr/>
              </p:nvSpPr>
              <p:spPr>
                <a:xfrm>
                  <a:off x="6562436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07" name="Rectangle 36">
                  <a:extLst>
                    <a:ext uri="{FF2B5EF4-FFF2-40B4-BE49-F238E27FC236}">
                      <a16:creationId xmlns:a16="http://schemas.microsoft.com/office/drawing/2014/main" id="{BBF1C163-BBAB-149A-395B-71E93114FAE6}"/>
                    </a:ext>
                  </a:extLst>
                </p:cNvPr>
                <p:cNvSpPr/>
                <p:nvPr/>
              </p:nvSpPr>
              <p:spPr>
                <a:xfrm>
                  <a:off x="6758836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08" name="Rectangle 37">
                  <a:extLst>
                    <a:ext uri="{FF2B5EF4-FFF2-40B4-BE49-F238E27FC236}">
                      <a16:creationId xmlns:a16="http://schemas.microsoft.com/office/drawing/2014/main" id="{E0887E97-E3AB-50B1-DBA5-5BF10D0B5FDA}"/>
                    </a:ext>
                  </a:extLst>
                </p:cNvPr>
                <p:cNvSpPr/>
                <p:nvPr/>
              </p:nvSpPr>
              <p:spPr>
                <a:xfrm>
                  <a:off x="6894806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09" name="Rectangle 38">
                  <a:extLst>
                    <a:ext uri="{FF2B5EF4-FFF2-40B4-BE49-F238E27FC236}">
                      <a16:creationId xmlns:a16="http://schemas.microsoft.com/office/drawing/2014/main" id="{867407C4-F654-96C4-D2D3-973795B7C14B}"/>
                    </a:ext>
                  </a:extLst>
                </p:cNvPr>
                <p:cNvSpPr/>
                <p:nvPr/>
              </p:nvSpPr>
              <p:spPr>
                <a:xfrm>
                  <a:off x="7091206" y="2807231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10" name="Rectangle 39">
                  <a:extLst>
                    <a:ext uri="{FF2B5EF4-FFF2-40B4-BE49-F238E27FC236}">
                      <a16:creationId xmlns:a16="http://schemas.microsoft.com/office/drawing/2014/main" id="{54536C5A-D1E9-36EE-7106-F3C057C5F0EE}"/>
                    </a:ext>
                  </a:extLst>
                </p:cNvPr>
                <p:cNvSpPr/>
                <p:nvPr/>
              </p:nvSpPr>
              <p:spPr>
                <a:xfrm>
                  <a:off x="7227175" y="2883671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11" name="Rectangle 88">
                  <a:extLst>
                    <a:ext uri="{FF2B5EF4-FFF2-40B4-BE49-F238E27FC236}">
                      <a16:creationId xmlns:a16="http://schemas.microsoft.com/office/drawing/2014/main" id="{C6705A84-DCAD-D216-2338-3EE1BDB5E88D}"/>
                    </a:ext>
                  </a:extLst>
                </p:cNvPr>
                <p:cNvSpPr/>
                <p:nvPr/>
              </p:nvSpPr>
              <p:spPr>
                <a:xfrm>
                  <a:off x="4764619" y="3038680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12" name="Rectangle 89">
                  <a:extLst>
                    <a:ext uri="{FF2B5EF4-FFF2-40B4-BE49-F238E27FC236}">
                      <a16:creationId xmlns:a16="http://schemas.microsoft.com/office/drawing/2014/main" id="{5203163D-B45A-45EC-58B4-F6FF04193796}"/>
                    </a:ext>
                  </a:extLst>
                </p:cNvPr>
                <p:cNvSpPr/>
                <p:nvPr/>
              </p:nvSpPr>
              <p:spPr>
                <a:xfrm>
                  <a:off x="4900588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13" name="Rectangle 90">
                  <a:extLst>
                    <a:ext uri="{FF2B5EF4-FFF2-40B4-BE49-F238E27FC236}">
                      <a16:creationId xmlns:a16="http://schemas.microsoft.com/office/drawing/2014/main" id="{0C048328-88BD-02FF-1A50-7A849AE72AF2}"/>
                    </a:ext>
                  </a:extLst>
                </p:cNvPr>
                <p:cNvSpPr/>
                <p:nvPr/>
              </p:nvSpPr>
              <p:spPr>
                <a:xfrm>
                  <a:off x="5096988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14" name="Rectangle 91">
                  <a:extLst>
                    <a:ext uri="{FF2B5EF4-FFF2-40B4-BE49-F238E27FC236}">
                      <a16:creationId xmlns:a16="http://schemas.microsoft.com/office/drawing/2014/main" id="{453FE316-A07C-A53C-8336-FCC8E1970B95}"/>
                    </a:ext>
                  </a:extLst>
                </p:cNvPr>
                <p:cNvSpPr/>
                <p:nvPr/>
              </p:nvSpPr>
              <p:spPr>
                <a:xfrm>
                  <a:off x="5232958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15" name="Rectangle 92">
                  <a:extLst>
                    <a:ext uri="{FF2B5EF4-FFF2-40B4-BE49-F238E27FC236}">
                      <a16:creationId xmlns:a16="http://schemas.microsoft.com/office/drawing/2014/main" id="{5B668982-865C-A57F-F4EE-CF62D1796CDC}"/>
                    </a:ext>
                  </a:extLst>
                </p:cNvPr>
                <p:cNvSpPr/>
                <p:nvPr/>
              </p:nvSpPr>
              <p:spPr>
                <a:xfrm>
                  <a:off x="5429358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16" name="Rectangle 93">
                  <a:extLst>
                    <a:ext uri="{FF2B5EF4-FFF2-40B4-BE49-F238E27FC236}">
                      <a16:creationId xmlns:a16="http://schemas.microsoft.com/office/drawing/2014/main" id="{85D5A066-9091-1EE5-2B40-A31169EE9E33}"/>
                    </a:ext>
                  </a:extLst>
                </p:cNvPr>
                <p:cNvSpPr/>
                <p:nvPr/>
              </p:nvSpPr>
              <p:spPr>
                <a:xfrm>
                  <a:off x="5565328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17" name="Rectangle 94">
                  <a:extLst>
                    <a:ext uri="{FF2B5EF4-FFF2-40B4-BE49-F238E27FC236}">
                      <a16:creationId xmlns:a16="http://schemas.microsoft.com/office/drawing/2014/main" id="{60CBCC55-6CDA-ABAA-0486-80A9ECC4D506}"/>
                    </a:ext>
                  </a:extLst>
                </p:cNvPr>
                <p:cNvSpPr/>
                <p:nvPr/>
              </p:nvSpPr>
              <p:spPr>
                <a:xfrm>
                  <a:off x="5761728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18" name="Rectangle 95">
                  <a:extLst>
                    <a:ext uri="{FF2B5EF4-FFF2-40B4-BE49-F238E27FC236}">
                      <a16:creationId xmlns:a16="http://schemas.microsoft.com/office/drawing/2014/main" id="{17BBC95D-57ED-4FB3-0F46-17FDF6E95E41}"/>
                    </a:ext>
                  </a:extLst>
                </p:cNvPr>
                <p:cNvSpPr/>
                <p:nvPr/>
              </p:nvSpPr>
              <p:spPr>
                <a:xfrm>
                  <a:off x="5897697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19" name="Rectangle 96">
                  <a:extLst>
                    <a:ext uri="{FF2B5EF4-FFF2-40B4-BE49-F238E27FC236}">
                      <a16:creationId xmlns:a16="http://schemas.microsoft.com/office/drawing/2014/main" id="{43041F99-FB55-91A3-F2E9-A5EBEB61EEA6}"/>
                    </a:ext>
                  </a:extLst>
                </p:cNvPr>
                <p:cNvSpPr/>
                <p:nvPr/>
              </p:nvSpPr>
              <p:spPr>
                <a:xfrm>
                  <a:off x="6094098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20" name="Rectangle 97">
                  <a:extLst>
                    <a:ext uri="{FF2B5EF4-FFF2-40B4-BE49-F238E27FC236}">
                      <a16:creationId xmlns:a16="http://schemas.microsoft.com/office/drawing/2014/main" id="{64425A72-017D-4E19-F980-753B295D5E73}"/>
                    </a:ext>
                  </a:extLst>
                </p:cNvPr>
                <p:cNvSpPr/>
                <p:nvPr/>
              </p:nvSpPr>
              <p:spPr>
                <a:xfrm>
                  <a:off x="6230067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21" name="Rectangle 98">
                  <a:extLst>
                    <a:ext uri="{FF2B5EF4-FFF2-40B4-BE49-F238E27FC236}">
                      <a16:creationId xmlns:a16="http://schemas.microsoft.com/office/drawing/2014/main" id="{7B3FB9AC-5231-4C10-C3E5-05C8EA9F7D8B}"/>
                    </a:ext>
                  </a:extLst>
                </p:cNvPr>
                <p:cNvSpPr/>
                <p:nvPr/>
              </p:nvSpPr>
              <p:spPr>
                <a:xfrm>
                  <a:off x="6426466" y="3049432"/>
                  <a:ext cx="226616" cy="145323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22" name="Rectangle 99">
                  <a:extLst>
                    <a:ext uri="{FF2B5EF4-FFF2-40B4-BE49-F238E27FC236}">
                      <a16:creationId xmlns:a16="http://schemas.microsoft.com/office/drawing/2014/main" id="{230129A8-7334-7F16-4743-B19A659B9B8A}"/>
                    </a:ext>
                  </a:extLst>
                </p:cNvPr>
                <p:cNvSpPr/>
                <p:nvPr/>
              </p:nvSpPr>
              <p:spPr>
                <a:xfrm>
                  <a:off x="6562436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23" name="Rectangle 100">
                  <a:extLst>
                    <a:ext uri="{FF2B5EF4-FFF2-40B4-BE49-F238E27FC236}">
                      <a16:creationId xmlns:a16="http://schemas.microsoft.com/office/drawing/2014/main" id="{BD62C89E-CA73-FD67-0E01-A15E85F49B69}"/>
                    </a:ext>
                  </a:extLst>
                </p:cNvPr>
                <p:cNvSpPr/>
                <p:nvPr/>
              </p:nvSpPr>
              <p:spPr>
                <a:xfrm>
                  <a:off x="6758836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24" name="Rectangle 101">
                  <a:extLst>
                    <a:ext uri="{FF2B5EF4-FFF2-40B4-BE49-F238E27FC236}">
                      <a16:creationId xmlns:a16="http://schemas.microsoft.com/office/drawing/2014/main" id="{38D7047A-90DC-2CA3-B40C-6EC3DBDDE0B8}"/>
                    </a:ext>
                  </a:extLst>
                </p:cNvPr>
                <p:cNvSpPr/>
                <p:nvPr/>
              </p:nvSpPr>
              <p:spPr>
                <a:xfrm>
                  <a:off x="6894806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25" name="Rectangle 102">
                  <a:extLst>
                    <a:ext uri="{FF2B5EF4-FFF2-40B4-BE49-F238E27FC236}">
                      <a16:creationId xmlns:a16="http://schemas.microsoft.com/office/drawing/2014/main" id="{4419F72D-AAE1-1742-69C4-62E1F2F5FBCA}"/>
                    </a:ext>
                  </a:extLst>
                </p:cNvPr>
                <p:cNvSpPr/>
                <p:nvPr/>
              </p:nvSpPr>
              <p:spPr>
                <a:xfrm>
                  <a:off x="7091206" y="30494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26" name="Rectangle 103">
                  <a:extLst>
                    <a:ext uri="{FF2B5EF4-FFF2-40B4-BE49-F238E27FC236}">
                      <a16:creationId xmlns:a16="http://schemas.microsoft.com/office/drawing/2014/main" id="{9F2EBDAE-D73A-BAFB-72DE-794C0DD3E106}"/>
                    </a:ext>
                  </a:extLst>
                </p:cNvPr>
                <p:cNvSpPr/>
                <p:nvPr/>
              </p:nvSpPr>
              <p:spPr>
                <a:xfrm>
                  <a:off x="7227175" y="3125872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27" name="Rectangle 24">
                  <a:extLst>
                    <a:ext uri="{FF2B5EF4-FFF2-40B4-BE49-F238E27FC236}">
                      <a16:creationId xmlns:a16="http://schemas.microsoft.com/office/drawing/2014/main" id="{5D6F1C35-D115-0699-32CB-1616249570DF}"/>
                    </a:ext>
                  </a:extLst>
                </p:cNvPr>
                <p:cNvSpPr/>
                <p:nvPr/>
              </p:nvSpPr>
              <p:spPr>
                <a:xfrm>
                  <a:off x="4765255" y="3288933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28" name="Rectangle 25">
                  <a:extLst>
                    <a:ext uri="{FF2B5EF4-FFF2-40B4-BE49-F238E27FC236}">
                      <a16:creationId xmlns:a16="http://schemas.microsoft.com/office/drawing/2014/main" id="{AB232F27-D5AF-F127-E7F0-E41F705777D8}"/>
                    </a:ext>
                  </a:extLst>
                </p:cNvPr>
                <p:cNvSpPr/>
                <p:nvPr/>
              </p:nvSpPr>
              <p:spPr>
                <a:xfrm>
                  <a:off x="4900588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29" name="Rectangle 26">
                  <a:extLst>
                    <a:ext uri="{FF2B5EF4-FFF2-40B4-BE49-F238E27FC236}">
                      <a16:creationId xmlns:a16="http://schemas.microsoft.com/office/drawing/2014/main" id="{811F8F8C-73D4-49A2-23A2-DC3B03A59984}"/>
                    </a:ext>
                  </a:extLst>
                </p:cNvPr>
                <p:cNvSpPr/>
                <p:nvPr/>
              </p:nvSpPr>
              <p:spPr>
                <a:xfrm>
                  <a:off x="5096988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0" name="Rectangle 27">
                  <a:extLst>
                    <a:ext uri="{FF2B5EF4-FFF2-40B4-BE49-F238E27FC236}">
                      <a16:creationId xmlns:a16="http://schemas.microsoft.com/office/drawing/2014/main" id="{AA86A225-FC68-9FCD-71CE-4CFED657F2DA}"/>
                    </a:ext>
                  </a:extLst>
                </p:cNvPr>
                <p:cNvSpPr/>
                <p:nvPr/>
              </p:nvSpPr>
              <p:spPr>
                <a:xfrm>
                  <a:off x="5232958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1" name="Rectangle 28">
                  <a:extLst>
                    <a:ext uri="{FF2B5EF4-FFF2-40B4-BE49-F238E27FC236}">
                      <a16:creationId xmlns:a16="http://schemas.microsoft.com/office/drawing/2014/main" id="{F4356144-DF47-272F-D56D-29D972071D95}"/>
                    </a:ext>
                  </a:extLst>
                </p:cNvPr>
                <p:cNvSpPr/>
                <p:nvPr/>
              </p:nvSpPr>
              <p:spPr>
                <a:xfrm>
                  <a:off x="5429358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2" name="Rectangle 29">
                  <a:extLst>
                    <a:ext uri="{FF2B5EF4-FFF2-40B4-BE49-F238E27FC236}">
                      <a16:creationId xmlns:a16="http://schemas.microsoft.com/office/drawing/2014/main" id="{3E7EA8D0-AD02-5599-499E-7C39E44FD49A}"/>
                    </a:ext>
                  </a:extLst>
                </p:cNvPr>
                <p:cNvSpPr/>
                <p:nvPr/>
              </p:nvSpPr>
              <p:spPr>
                <a:xfrm>
                  <a:off x="5565328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3" name="Rectangle 30">
                  <a:extLst>
                    <a:ext uri="{FF2B5EF4-FFF2-40B4-BE49-F238E27FC236}">
                      <a16:creationId xmlns:a16="http://schemas.microsoft.com/office/drawing/2014/main" id="{01BD0DB6-6201-CA13-B820-DE265914DA67}"/>
                    </a:ext>
                  </a:extLst>
                </p:cNvPr>
                <p:cNvSpPr/>
                <p:nvPr/>
              </p:nvSpPr>
              <p:spPr>
                <a:xfrm>
                  <a:off x="5761728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4" name="Rectangle 31">
                  <a:extLst>
                    <a:ext uri="{FF2B5EF4-FFF2-40B4-BE49-F238E27FC236}">
                      <a16:creationId xmlns:a16="http://schemas.microsoft.com/office/drawing/2014/main" id="{6B9D0BF5-22C0-5C7A-0DB9-D91E784485FE}"/>
                    </a:ext>
                  </a:extLst>
                </p:cNvPr>
                <p:cNvSpPr/>
                <p:nvPr/>
              </p:nvSpPr>
              <p:spPr>
                <a:xfrm>
                  <a:off x="5897697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5" name="Rectangle 32">
                  <a:extLst>
                    <a:ext uri="{FF2B5EF4-FFF2-40B4-BE49-F238E27FC236}">
                      <a16:creationId xmlns:a16="http://schemas.microsoft.com/office/drawing/2014/main" id="{D9144179-8420-43F7-49E2-221F6F5D0A48}"/>
                    </a:ext>
                  </a:extLst>
                </p:cNvPr>
                <p:cNvSpPr/>
                <p:nvPr/>
              </p:nvSpPr>
              <p:spPr>
                <a:xfrm>
                  <a:off x="6094098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6" name="Rectangle 33">
                  <a:extLst>
                    <a:ext uri="{FF2B5EF4-FFF2-40B4-BE49-F238E27FC236}">
                      <a16:creationId xmlns:a16="http://schemas.microsoft.com/office/drawing/2014/main" id="{A0242DBC-8F2F-BA33-B304-974B1CE344F1}"/>
                    </a:ext>
                  </a:extLst>
                </p:cNvPr>
                <p:cNvSpPr/>
                <p:nvPr/>
              </p:nvSpPr>
              <p:spPr>
                <a:xfrm>
                  <a:off x="6230067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7" name="Rectangle 34">
                  <a:extLst>
                    <a:ext uri="{FF2B5EF4-FFF2-40B4-BE49-F238E27FC236}">
                      <a16:creationId xmlns:a16="http://schemas.microsoft.com/office/drawing/2014/main" id="{6245C215-C550-898A-9F2B-916DA1409098}"/>
                    </a:ext>
                  </a:extLst>
                </p:cNvPr>
                <p:cNvSpPr/>
                <p:nvPr/>
              </p:nvSpPr>
              <p:spPr>
                <a:xfrm>
                  <a:off x="6426467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8" name="Rectangle 35">
                  <a:extLst>
                    <a:ext uri="{FF2B5EF4-FFF2-40B4-BE49-F238E27FC236}">
                      <a16:creationId xmlns:a16="http://schemas.microsoft.com/office/drawing/2014/main" id="{433028C3-2418-9993-3736-BB4F0793AD3B}"/>
                    </a:ext>
                  </a:extLst>
                </p:cNvPr>
                <p:cNvSpPr/>
                <p:nvPr/>
              </p:nvSpPr>
              <p:spPr>
                <a:xfrm>
                  <a:off x="6562436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9" name="Rectangle 36">
                  <a:extLst>
                    <a:ext uri="{FF2B5EF4-FFF2-40B4-BE49-F238E27FC236}">
                      <a16:creationId xmlns:a16="http://schemas.microsoft.com/office/drawing/2014/main" id="{116827D1-D5E3-00E4-29C9-FEBFFABE8C6B}"/>
                    </a:ext>
                  </a:extLst>
                </p:cNvPr>
                <p:cNvSpPr/>
                <p:nvPr/>
              </p:nvSpPr>
              <p:spPr>
                <a:xfrm>
                  <a:off x="6758836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40" name="Rectangle 37">
                  <a:extLst>
                    <a:ext uri="{FF2B5EF4-FFF2-40B4-BE49-F238E27FC236}">
                      <a16:creationId xmlns:a16="http://schemas.microsoft.com/office/drawing/2014/main" id="{A0F91253-1ED0-9839-D671-ED4FFAFCC977}"/>
                    </a:ext>
                  </a:extLst>
                </p:cNvPr>
                <p:cNvSpPr/>
                <p:nvPr/>
              </p:nvSpPr>
              <p:spPr>
                <a:xfrm>
                  <a:off x="6894806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41" name="Rectangle 38">
                  <a:extLst>
                    <a:ext uri="{FF2B5EF4-FFF2-40B4-BE49-F238E27FC236}">
                      <a16:creationId xmlns:a16="http://schemas.microsoft.com/office/drawing/2014/main" id="{CCAA1BBB-6345-6958-1C2A-F797B8216C16}"/>
                    </a:ext>
                  </a:extLst>
                </p:cNvPr>
                <p:cNvSpPr/>
                <p:nvPr/>
              </p:nvSpPr>
              <p:spPr>
                <a:xfrm>
                  <a:off x="7091206" y="3286647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42" name="Rectangle 39">
                  <a:extLst>
                    <a:ext uri="{FF2B5EF4-FFF2-40B4-BE49-F238E27FC236}">
                      <a16:creationId xmlns:a16="http://schemas.microsoft.com/office/drawing/2014/main" id="{71E53AC5-F25C-5B17-2311-E1FE0CEA2593}"/>
                    </a:ext>
                  </a:extLst>
                </p:cNvPr>
                <p:cNvSpPr/>
                <p:nvPr/>
              </p:nvSpPr>
              <p:spPr>
                <a:xfrm>
                  <a:off x="7227175" y="3363087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43" name="Rectangle 88">
                  <a:extLst>
                    <a:ext uri="{FF2B5EF4-FFF2-40B4-BE49-F238E27FC236}">
                      <a16:creationId xmlns:a16="http://schemas.microsoft.com/office/drawing/2014/main" id="{CA81165D-157F-0B91-47A8-24111EC328FD}"/>
                    </a:ext>
                  </a:extLst>
                </p:cNvPr>
                <p:cNvSpPr/>
                <p:nvPr/>
              </p:nvSpPr>
              <p:spPr>
                <a:xfrm>
                  <a:off x="4764619" y="3518096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44" name="Rectangle 89">
                  <a:extLst>
                    <a:ext uri="{FF2B5EF4-FFF2-40B4-BE49-F238E27FC236}">
                      <a16:creationId xmlns:a16="http://schemas.microsoft.com/office/drawing/2014/main" id="{D41B9487-FFFA-9726-687B-FB6993F2B434}"/>
                    </a:ext>
                  </a:extLst>
                </p:cNvPr>
                <p:cNvSpPr/>
                <p:nvPr/>
              </p:nvSpPr>
              <p:spPr>
                <a:xfrm>
                  <a:off x="4900588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45" name="Rectangle 90">
                  <a:extLst>
                    <a:ext uri="{FF2B5EF4-FFF2-40B4-BE49-F238E27FC236}">
                      <a16:creationId xmlns:a16="http://schemas.microsoft.com/office/drawing/2014/main" id="{4D812608-7E0A-CADA-C8F3-2578B1BC8745}"/>
                    </a:ext>
                  </a:extLst>
                </p:cNvPr>
                <p:cNvSpPr/>
                <p:nvPr/>
              </p:nvSpPr>
              <p:spPr>
                <a:xfrm>
                  <a:off x="5096988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46" name="Rectangle 91">
                  <a:extLst>
                    <a:ext uri="{FF2B5EF4-FFF2-40B4-BE49-F238E27FC236}">
                      <a16:creationId xmlns:a16="http://schemas.microsoft.com/office/drawing/2014/main" id="{BB8ABFAF-AA59-59CE-49FD-56250A1B2302}"/>
                    </a:ext>
                  </a:extLst>
                </p:cNvPr>
                <p:cNvSpPr/>
                <p:nvPr/>
              </p:nvSpPr>
              <p:spPr>
                <a:xfrm>
                  <a:off x="5232958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47" name="Rectangle 92">
                  <a:extLst>
                    <a:ext uri="{FF2B5EF4-FFF2-40B4-BE49-F238E27FC236}">
                      <a16:creationId xmlns:a16="http://schemas.microsoft.com/office/drawing/2014/main" id="{98F71FFD-ECDB-A925-DA1D-64B980B99CC8}"/>
                    </a:ext>
                  </a:extLst>
                </p:cNvPr>
                <p:cNvSpPr/>
                <p:nvPr/>
              </p:nvSpPr>
              <p:spPr>
                <a:xfrm>
                  <a:off x="5429358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48" name="Rectangle 93">
                  <a:extLst>
                    <a:ext uri="{FF2B5EF4-FFF2-40B4-BE49-F238E27FC236}">
                      <a16:creationId xmlns:a16="http://schemas.microsoft.com/office/drawing/2014/main" id="{8A58C163-4920-5623-E9C6-AEC1E7EE6F4B}"/>
                    </a:ext>
                  </a:extLst>
                </p:cNvPr>
                <p:cNvSpPr/>
                <p:nvPr/>
              </p:nvSpPr>
              <p:spPr>
                <a:xfrm>
                  <a:off x="5565328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49" name="Rectangle 94">
                  <a:extLst>
                    <a:ext uri="{FF2B5EF4-FFF2-40B4-BE49-F238E27FC236}">
                      <a16:creationId xmlns:a16="http://schemas.microsoft.com/office/drawing/2014/main" id="{86FC71AB-83BC-AC23-B880-BFDF9270315E}"/>
                    </a:ext>
                  </a:extLst>
                </p:cNvPr>
                <p:cNvSpPr/>
                <p:nvPr/>
              </p:nvSpPr>
              <p:spPr>
                <a:xfrm>
                  <a:off x="5761728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50" name="Rectangle 95">
                  <a:extLst>
                    <a:ext uri="{FF2B5EF4-FFF2-40B4-BE49-F238E27FC236}">
                      <a16:creationId xmlns:a16="http://schemas.microsoft.com/office/drawing/2014/main" id="{F14963E7-6639-5EF5-1029-6F8F55AA7F43}"/>
                    </a:ext>
                  </a:extLst>
                </p:cNvPr>
                <p:cNvSpPr/>
                <p:nvPr/>
              </p:nvSpPr>
              <p:spPr>
                <a:xfrm>
                  <a:off x="5897697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51" name="Rectangle 96">
                  <a:extLst>
                    <a:ext uri="{FF2B5EF4-FFF2-40B4-BE49-F238E27FC236}">
                      <a16:creationId xmlns:a16="http://schemas.microsoft.com/office/drawing/2014/main" id="{7634272A-3C0F-4239-6D77-1977E34A02C4}"/>
                    </a:ext>
                  </a:extLst>
                </p:cNvPr>
                <p:cNvSpPr/>
                <p:nvPr/>
              </p:nvSpPr>
              <p:spPr>
                <a:xfrm>
                  <a:off x="6094098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52" name="Rectangle 97">
                  <a:extLst>
                    <a:ext uri="{FF2B5EF4-FFF2-40B4-BE49-F238E27FC236}">
                      <a16:creationId xmlns:a16="http://schemas.microsoft.com/office/drawing/2014/main" id="{184593D1-43B1-F211-89C7-A2DC1D4FA30F}"/>
                    </a:ext>
                  </a:extLst>
                </p:cNvPr>
                <p:cNvSpPr/>
                <p:nvPr/>
              </p:nvSpPr>
              <p:spPr>
                <a:xfrm>
                  <a:off x="6230067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53" name="Rectangle 98">
                  <a:extLst>
                    <a:ext uri="{FF2B5EF4-FFF2-40B4-BE49-F238E27FC236}">
                      <a16:creationId xmlns:a16="http://schemas.microsoft.com/office/drawing/2014/main" id="{BC79C7A7-7212-AD5F-4CA2-16706BC24949}"/>
                    </a:ext>
                  </a:extLst>
                </p:cNvPr>
                <p:cNvSpPr/>
                <p:nvPr/>
              </p:nvSpPr>
              <p:spPr>
                <a:xfrm>
                  <a:off x="6426467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54" name="Rectangle 99">
                  <a:extLst>
                    <a:ext uri="{FF2B5EF4-FFF2-40B4-BE49-F238E27FC236}">
                      <a16:creationId xmlns:a16="http://schemas.microsoft.com/office/drawing/2014/main" id="{49652DDC-EEFA-4DD9-D778-F7D5DEE76DD2}"/>
                    </a:ext>
                  </a:extLst>
                </p:cNvPr>
                <p:cNvSpPr/>
                <p:nvPr/>
              </p:nvSpPr>
              <p:spPr>
                <a:xfrm>
                  <a:off x="6562436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55" name="Rectangle 100">
                  <a:extLst>
                    <a:ext uri="{FF2B5EF4-FFF2-40B4-BE49-F238E27FC236}">
                      <a16:creationId xmlns:a16="http://schemas.microsoft.com/office/drawing/2014/main" id="{5A0F167E-73FB-E52C-8297-D1288CD9EAB3}"/>
                    </a:ext>
                  </a:extLst>
                </p:cNvPr>
                <p:cNvSpPr/>
                <p:nvPr/>
              </p:nvSpPr>
              <p:spPr>
                <a:xfrm>
                  <a:off x="6758836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56" name="Rectangle 101">
                  <a:extLst>
                    <a:ext uri="{FF2B5EF4-FFF2-40B4-BE49-F238E27FC236}">
                      <a16:creationId xmlns:a16="http://schemas.microsoft.com/office/drawing/2014/main" id="{AEBA3A46-E078-FC2C-6C5A-E466630CEEB3}"/>
                    </a:ext>
                  </a:extLst>
                </p:cNvPr>
                <p:cNvSpPr/>
                <p:nvPr/>
              </p:nvSpPr>
              <p:spPr>
                <a:xfrm>
                  <a:off x="6894806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57" name="Rectangle 102">
                  <a:extLst>
                    <a:ext uri="{FF2B5EF4-FFF2-40B4-BE49-F238E27FC236}">
                      <a16:creationId xmlns:a16="http://schemas.microsoft.com/office/drawing/2014/main" id="{537816AC-DA8B-920F-4319-35D36F8653AF}"/>
                    </a:ext>
                  </a:extLst>
                </p:cNvPr>
                <p:cNvSpPr/>
                <p:nvPr/>
              </p:nvSpPr>
              <p:spPr>
                <a:xfrm>
                  <a:off x="7091206" y="3528849"/>
                  <a:ext cx="226616" cy="145322"/>
                </a:xfrm>
                <a:prstGeom prst="rect">
                  <a:avLst/>
                </a:prstGeom>
                <a:solidFill>
                  <a:srgbClr val="D2D6F9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58" name="Rectangle 103">
                  <a:extLst>
                    <a:ext uri="{FF2B5EF4-FFF2-40B4-BE49-F238E27FC236}">
                      <a16:creationId xmlns:a16="http://schemas.microsoft.com/office/drawing/2014/main" id="{49CC4025-091F-42BB-B371-7B80918C5141}"/>
                    </a:ext>
                  </a:extLst>
                </p:cNvPr>
                <p:cNvSpPr/>
                <p:nvPr/>
              </p:nvSpPr>
              <p:spPr>
                <a:xfrm>
                  <a:off x="7227175" y="3605288"/>
                  <a:ext cx="181293" cy="116257"/>
                </a:xfrm>
                <a:prstGeom prst="rect">
                  <a:avLst/>
                </a:prstGeom>
                <a:solidFill>
                  <a:srgbClr val="F9DBDB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208" name="吹き出し: 四角形 207">
              <a:extLst>
                <a:ext uri="{FF2B5EF4-FFF2-40B4-BE49-F238E27FC236}">
                  <a16:creationId xmlns:a16="http://schemas.microsoft.com/office/drawing/2014/main" id="{270AFB93-133C-F486-36CF-80A1E6C6C015}"/>
                </a:ext>
              </a:extLst>
            </p:cNvPr>
            <p:cNvSpPr/>
            <p:nvPr/>
          </p:nvSpPr>
          <p:spPr>
            <a:xfrm>
              <a:off x="7115392" y="1283086"/>
              <a:ext cx="4190939" cy="3932272"/>
            </a:xfrm>
            <a:prstGeom prst="wedgeRectCallout">
              <a:avLst>
                <a:gd name="adj1" fmla="val -98240"/>
                <a:gd name="adj2" fmla="val -39013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09" name="グループ化 208">
              <a:extLst>
                <a:ext uri="{FF2B5EF4-FFF2-40B4-BE49-F238E27FC236}">
                  <a16:creationId xmlns:a16="http://schemas.microsoft.com/office/drawing/2014/main" id="{A8765D41-F4CE-C1E1-5411-5351C966CC8F}"/>
                </a:ext>
              </a:extLst>
            </p:cNvPr>
            <p:cNvGrpSpPr/>
            <p:nvPr/>
          </p:nvGrpSpPr>
          <p:grpSpPr>
            <a:xfrm>
              <a:off x="7169058" y="1381269"/>
              <a:ext cx="4037250" cy="3762326"/>
              <a:chOff x="3281862" y="929704"/>
              <a:chExt cx="6387073" cy="5181634"/>
            </a:xfrm>
          </p:grpSpPr>
          <p:cxnSp>
            <p:nvCxnSpPr>
              <p:cNvPr id="219" name="コネクタ: カギ線 218">
                <a:extLst>
                  <a:ext uri="{FF2B5EF4-FFF2-40B4-BE49-F238E27FC236}">
                    <a16:creationId xmlns:a16="http://schemas.microsoft.com/office/drawing/2014/main" id="{81EAD1B1-1A39-F223-0FD5-D5805B4C8F1B}"/>
                  </a:ext>
                </a:extLst>
              </p:cNvPr>
              <p:cNvCxnSpPr>
                <a:cxnSpLocks/>
                <a:stCxn id="528" idx="2"/>
                <a:endCxn id="510" idx="2"/>
              </p:cNvCxnSpPr>
              <p:nvPr/>
            </p:nvCxnSpPr>
            <p:spPr>
              <a:xfrm rot="16200000" flipH="1">
                <a:off x="4783553" y="414993"/>
                <a:ext cx="3760370" cy="5570413"/>
              </a:xfrm>
              <a:prstGeom prst="bentConnector3">
                <a:avLst>
                  <a:gd name="adj1" fmla="val 106079"/>
                </a:avLst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20" name="直線コネクタ 219">
                <a:extLst>
                  <a:ext uri="{FF2B5EF4-FFF2-40B4-BE49-F238E27FC236}">
                    <a16:creationId xmlns:a16="http://schemas.microsoft.com/office/drawing/2014/main" id="{91C632D5-F7C2-4C51-5317-E36586D455C2}"/>
                  </a:ext>
                </a:extLst>
              </p:cNvPr>
              <p:cNvCxnSpPr/>
              <p:nvPr/>
            </p:nvCxnSpPr>
            <p:spPr>
              <a:xfrm>
                <a:off x="5154447" y="2146638"/>
                <a:ext cx="2378" cy="2933716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21" name="直線コネクタ 220">
                <a:extLst>
                  <a:ext uri="{FF2B5EF4-FFF2-40B4-BE49-F238E27FC236}">
                    <a16:creationId xmlns:a16="http://schemas.microsoft.com/office/drawing/2014/main" id="{DC7876F9-4C93-DAE0-1FA7-0539ED11D72A}"/>
                  </a:ext>
                </a:extLst>
              </p:cNvPr>
              <p:cNvCxnSpPr/>
              <p:nvPr/>
            </p:nvCxnSpPr>
            <p:spPr>
              <a:xfrm>
                <a:off x="5947438" y="2146638"/>
                <a:ext cx="2378" cy="2933716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22" name="直線コネクタ 221">
                <a:extLst>
                  <a:ext uri="{FF2B5EF4-FFF2-40B4-BE49-F238E27FC236}">
                    <a16:creationId xmlns:a16="http://schemas.microsoft.com/office/drawing/2014/main" id="{2F18803D-D544-C9D8-BC47-DCEBE17690D3}"/>
                  </a:ext>
                </a:extLst>
              </p:cNvPr>
              <p:cNvCxnSpPr/>
              <p:nvPr/>
            </p:nvCxnSpPr>
            <p:spPr>
              <a:xfrm>
                <a:off x="6742744" y="2146638"/>
                <a:ext cx="2378" cy="2933716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23" name="直線コネクタ 222">
                <a:extLst>
                  <a:ext uri="{FF2B5EF4-FFF2-40B4-BE49-F238E27FC236}">
                    <a16:creationId xmlns:a16="http://schemas.microsoft.com/office/drawing/2014/main" id="{DC507477-EFB9-5337-A2F1-EB39212C567D}"/>
                  </a:ext>
                </a:extLst>
              </p:cNvPr>
              <p:cNvCxnSpPr/>
              <p:nvPr/>
            </p:nvCxnSpPr>
            <p:spPr>
              <a:xfrm>
                <a:off x="7533634" y="2146638"/>
                <a:ext cx="2378" cy="2933716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24" name="直線コネクタ 223">
                <a:extLst>
                  <a:ext uri="{FF2B5EF4-FFF2-40B4-BE49-F238E27FC236}">
                    <a16:creationId xmlns:a16="http://schemas.microsoft.com/office/drawing/2014/main" id="{1035B905-B30A-57F9-B859-B735DFBFF964}"/>
                  </a:ext>
                </a:extLst>
              </p:cNvPr>
              <p:cNvCxnSpPr/>
              <p:nvPr/>
            </p:nvCxnSpPr>
            <p:spPr>
              <a:xfrm>
                <a:off x="9132033" y="2146638"/>
                <a:ext cx="2378" cy="2933716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25" name="直線コネクタ 224">
                <a:extLst>
                  <a:ext uri="{FF2B5EF4-FFF2-40B4-BE49-F238E27FC236}">
                    <a16:creationId xmlns:a16="http://schemas.microsoft.com/office/drawing/2014/main" id="{687D0C0C-F9D2-7EFB-EA59-D5A0F7EF4D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34447" y="2146638"/>
                <a:ext cx="2378" cy="2933716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26" name="直線コネクタ 225">
                <a:extLst>
                  <a:ext uri="{FF2B5EF4-FFF2-40B4-BE49-F238E27FC236}">
                    <a16:creationId xmlns:a16="http://schemas.microsoft.com/office/drawing/2014/main" id="{42F0BD43-061B-2F70-C951-D1220D7B46AE}"/>
                  </a:ext>
                </a:extLst>
              </p:cNvPr>
              <p:cNvCxnSpPr/>
              <p:nvPr/>
            </p:nvCxnSpPr>
            <p:spPr>
              <a:xfrm>
                <a:off x="4359447" y="2146638"/>
                <a:ext cx="2378" cy="2933716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27" name="直線コネクタ 226">
                <a:extLst>
                  <a:ext uri="{FF2B5EF4-FFF2-40B4-BE49-F238E27FC236}">
                    <a16:creationId xmlns:a16="http://schemas.microsoft.com/office/drawing/2014/main" id="{7F378366-DDE0-21E2-B6B5-E072D338705D}"/>
                  </a:ext>
                </a:extLst>
              </p:cNvPr>
              <p:cNvCxnSpPr>
                <a:cxnSpLocks/>
                <a:stCxn id="255" idx="2"/>
              </p:cNvCxnSpPr>
              <p:nvPr/>
            </p:nvCxnSpPr>
            <p:spPr>
              <a:xfrm>
                <a:off x="3562954" y="2146668"/>
                <a:ext cx="2378" cy="2933716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grpSp>
            <p:nvGrpSpPr>
              <p:cNvPr id="228" name="グループ化 227">
                <a:extLst>
                  <a:ext uri="{FF2B5EF4-FFF2-40B4-BE49-F238E27FC236}">
                    <a16:creationId xmlns:a16="http://schemas.microsoft.com/office/drawing/2014/main" id="{76F4860B-ABFD-FFDB-0023-4F436604D4D3}"/>
                  </a:ext>
                </a:extLst>
              </p:cNvPr>
              <p:cNvGrpSpPr/>
              <p:nvPr/>
            </p:nvGrpSpPr>
            <p:grpSpPr>
              <a:xfrm>
                <a:off x="3411012" y="1061336"/>
                <a:ext cx="626400" cy="258679"/>
                <a:chOff x="2893969" y="1667634"/>
                <a:chExt cx="626400" cy="258679"/>
              </a:xfrm>
              <a:noFill/>
            </p:grpSpPr>
            <p:sp>
              <p:nvSpPr>
                <p:cNvPr id="527" name="Rectangle 24">
                  <a:extLst>
                    <a:ext uri="{FF2B5EF4-FFF2-40B4-BE49-F238E27FC236}">
                      <a16:creationId xmlns:a16="http://schemas.microsoft.com/office/drawing/2014/main" id="{D7FAABBE-BAD1-7A5B-D361-C2A181C5E62B}"/>
                    </a:ext>
                  </a:extLst>
                </p:cNvPr>
                <p:cNvSpPr/>
                <p:nvPr/>
              </p:nvSpPr>
              <p:spPr>
                <a:xfrm>
                  <a:off x="2893969" y="1667634"/>
                  <a:ext cx="626400" cy="258679"/>
                </a:xfrm>
                <a:prstGeom prst="rect">
                  <a:avLst/>
                </a:prstGeom>
                <a:grpFill/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38098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28" name="Rectangle 153">
                  <a:extLst>
                    <a:ext uri="{FF2B5EF4-FFF2-40B4-BE49-F238E27FC236}">
                      <a16:creationId xmlns:a16="http://schemas.microsoft.com/office/drawing/2014/main" id="{C5F4EC47-10C2-A063-D350-448EEFA58FCD}"/>
                    </a:ext>
                  </a:extLst>
                </p:cNvPr>
                <p:cNvSpPr/>
                <p:nvPr/>
              </p:nvSpPr>
              <p:spPr>
                <a:xfrm>
                  <a:off x="3204889" y="1667634"/>
                  <a:ext cx="313200" cy="258679"/>
                </a:xfrm>
                <a:prstGeom prst="rect">
                  <a:avLst/>
                </a:prstGeom>
                <a:grpFill/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38098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29" name="グループ化 228">
                <a:extLst>
                  <a:ext uri="{FF2B5EF4-FFF2-40B4-BE49-F238E27FC236}">
                    <a16:creationId xmlns:a16="http://schemas.microsoft.com/office/drawing/2014/main" id="{3F0E8D24-ACD1-045A-8E99-B668B49AB4F0}"/>
                  </a:ext>
                </a:extLst>
              </p:cNvPr>
              <p:cNvGrpSpPr/>
              <p:nvPr/>
            </p:nvGrpSpPr>
            <p:grpSpPr>
              <a:xfrm>
                <a:off x="4207409" y="1239523"/>
                <a:ext cx="626400" cy="258679"/>
                <a:chOff x="2893969" y="1667634"/>
                <a:chExt cx="626400" cy="258679"/>
              </a:xfrm>
              <a:noFill/>
            </p:grpSpPr>
            <p:sp>
              <p:nvSpPr>
                <p:cNvPr id="525" name="Rectangle 24">
                  <a:extLst>
                    <a:ext uri="{FF2B5EF4-FFF2-40B4-BE49-F238E27FC236}">
                      <a16:creationId xmlns:a16="http://schemas.microsoft.com/office/drawing/2014/main" id="{93EA6940-4C4F-CDD0-726A-DC2432D0545A}"/>
                    </a:ext>
                  </a:extLst>
                </p:cNvPr>
                <p:cNvSpPr/>
                <p:nvPr/>
              </p:nvSpPr>
              <p:spPr>
                <a:xfrm>
                  <a:off x="2893969" y="1667634"/>
                  <a:ext cx="626400" cy="258679"/>
                </a:xfrm>
                <a:prstGeom prst="rect">
                  <a:avLst/>
                </a:prstGeom>
                <a:grpFill/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38098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26" name="Rectangle 153">
                  <a:extLst>
                    <a:ext uri="{FF2B5EF4-FFF2-40B4-BE49-F238E27FC236}">
                      <a16:creationId xmlns:a16="http://schemas.microsoft.com/office/drawing/2014/main" id="{30CC868D-3F61-AB2D-0AB7-ED38CBB7BF7F}"/>
                    </a:ext>
                  </a:extLst>
                </p:cNvPr>
                <p:cNvSpPr/>
                <p:nvPr/>
              </p:nvSpPr>
              <p:spPr>
                <a:xfrm>
                  <a:off x="3204889" y="1667634"/>
                  <a:ext cx="313200" cy="258679"/>
                </a:xfrm>
                <a:prstGeom prst="rect">
                  <a:avLst/>
                </a:prstGeom>
                <a:grpFill/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38098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0" name="グループ化 229">
                <a:extLst>
                  <a:ext uri="{FF2B5EF4-FFF2-40B4-BE49-F238E27FC236}">
                    <a16:creationId xmlns:a16="http://schemas.microsoft.com/office/drawing/2014/main" id="{28A922A8-5745-D76E-FC56-C774A9AC1298}"/>
                  </a:ext>
                </a:extLst>
              </p:cNvPr>
              <p:cNvGrpSpPr/>
              <p:nvPr/>
            </p:nvGrpSpPr>
            <p:grpSpPr>
              <a:xfrm>
                <a:off x="5003806" y="1239523"/>
                <a:ext cx="626400" cy="258679"/>
                <a:chOff x="2893969" y="1667634"/>
                <a:chExt cx="626400" cy="258679"/>
              </a:xfrm>
              <a:noFill/>
            </p:grpSpPr>
            <p:sp>
              <p:nvSpPr>
                <p:cNvPr id="523" name="Rectangle 24">
                  <a:extLst>
                    <a:ext uri="{FF2B5EF4-FFF2-40B4-BE49-F238E27FC236}">
                      <a16:creationId xmlns:a16="http://schemas.microsoft.com/office/drawing/2014/main" id="{6736A533-7F02-1EEF-6E89-981458DB0EEF}"/>
                    </a:ext>
                  </a:extLst>
                </p:cNvPr>
                <p:cNvSpPr/>
                <p:nvPr/>
              </p:nvSpPr>
              <p:spPr>
                <a:xfrm>
                  <a:off x="2893969" y="1667634"/>
                  <a:ext cx="626400" cy="258679"/>
                </a:xfrm>
                <a:prstGeom prst="rect">
                  <a:avLst/>
                </a:prstGeom>
                <a:grpFill/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38098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24" name="Rectangle 153">
                  <a:extLst>
                    <a:ext uri="{FF2B5EF4-FFF2-40B4-BE49-F238E27FC236}">
                      <a16:creationId xmlns:a16="http://schemas.microsoft.com/office/drawing/2014/main" id="{A1D97AB9-AF8F-4802-ECFA-6851129CF590}"/>
                    </a:ext>
                  </a:extLst>
                </p:cNvPr>
                <p:cNvSpPr/>
                <p:nvPr/>
              </p:nvSpPr>
              <p:spPr>
                <a:xfrm>
                  <a:off x="3204889" y="1667634"/>
                  <a:ext cx="313200" cy="258679"/>
                </a:xfrm>
                <a:prstGeom prst="rect">
                  <a:avLst/>
                </a:prstGeom>
                <a:grpFill/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38098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1" name="グループ化 230">
                <a:extLst>
                  <a:ext uri="{FF2B5EF4-FFF2-40B4-BE49-F238E27FC236}">
                    <a16:creationId xmlns:a16="http://schemas.microsoft.com/office/drawing/2014/main" id="{3FC1A65E-73A3-DCB9-3CB3-13CDA46EF14B}"/>
                  </a:ext>
                </a:extLst>
              </p:cNvPr>
              <p:cNvGrpSpPr/>
              <p:nvPr/>
            </p:nvGrpSpPr>
            <p:grpSpPr>
              <a:xfrm>
                <a:off x="5800203" y="1239523"/>
                <a:ext cx="626400" cy="258679"/>
                <a:chOff x="2893969" y="1667634"/>
                <a:chExt cx="626400" cy="258679"/>
              </a:xfrm>
              <a:noFill/>
            </p:grpSpPr>
            <p:sp>
              <p:nvSpPr>
                <p:cNvPr id="521" name="Rectangle 24">
                  <a:extLst>
                    <a:ext uri="{FF2B5EF4-FFF2-40B4-BE49-F238E27FC236}">
                      <a16:creationId xmlns:a16="http://schemas.microsoft.com/office/drawing/2014/main" id="{DDBC6A7A-C05C-0084-C888-04F621E25715}"/>
                    </a:ext>
                  </a:extLst>
                </p:cNvPr>
                <p:cNvSpPr/>
                <p:nvPr/>
              </p:nvSpPr>
              <p:spPr>
                <a:xfrm>
                  <a:off x="2893969" y="1667634"/>
                  <a:ext cx="626400" cy="258679"/>
                </a:xfrm>
                <a:prstGeom prst="rect">
                  <a:avLst/>
                </a:prstGeom>
                <a:grpFill/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38098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22" name="Rectangle 153">
                  <a:extLst>
                    <a:ext uri="{FF2B5EF4-FFF2-40B4-BE49-F238E27FC236}">
                      <a16:creationId xmlns:a16="http://schemas.microsoft.com/office/drawing/2014/main" id="{7A5507DA-2EAC-067A-A260-FB4EB2C72594}"/>
                    </a:ext>
                  </a:extLst>
                </p:cNvPr>
                <p:cNvSpPr/>
                <p:nvPr/>
              </p:nvSpPr>
              <p:spPr>
                <a:xfrm>
                  <a:off x="3204889" y="1667634"/>
                  <a:ext cx="313200" cy="258679"/>
                </a:xfrm>
                <a:prstGeom prst="rect">
                  <a:avLst/>
                </a:prstGeom>
                <a:grpFill/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38098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2" name="グループ化 231">
                <a:extLst>
                  <a:ext uri="{FF2B5EF4-FFF2-40B4-BE49-F238E27FC236}">
                    <a16:creationId xmlns:a16="http://schemas.microsoft.com/office/drawing/2014/main" id="{77C8BDAF-6E17-27A4-1E5F-272D5AE3F3D8}"/>
                  </a:ext>
                </a:extLst>
              </p:cNvPr>
              <p:cNvGrpSpPr/>
              <p:nvPr/>
            </p:nvGrpSpPr>
            <p:grpSpPr>
              <a:xfrm>
                <a:off x="6594320" y="1239523"/>
                <a:ext cx="626400" cy="258679"/>
                <a:chOff x="2893969" y="1667634"/>
                <a:chExt cx="626400" cy="258679"/>
              </a:xfrm>
              <a:noFill/>
            </p:grpSpPr>
            <p:sp>
              <p:nvSpPr>
                <p:cNvPr id="519" name="Rectangle 24">
                  <a:extLst>
                    <a:ext uri="{FF2B5EF4-FFF2-40B4-BE49-F238E27FC236}">
                      <a16:creationId xmlns:a16="http://schemas.microsoft.com/office/drawing/2014/main" id="{214C0589-844C-B88E-F3C8-90809136E59A}"/>
                    </a:ext>
                  </a:extLst>
                </p:cNvPr>
                <p:cNvSpPr/>
                <p:nvPr/>
              </p:nvSpPr>
              <p:spPr>
                <a:xfrm>
                  <a:off x="2893969" y="1667634"/>
                  <a:ext cx="626400" cy="258679"/>
                </a:xfrm>
                <a:prstGeom prst="rect">
                  <a:avLst/>
                </a:prstGeom>
                <a:grpFill/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38098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20" name="Rectangle 153">
                  <a:extLst>
                    <a:ext uri="{FF2B5EF4-FFF2-40B4-BE49-F238E27FC236}">
                      <a16:creationId xmlns:a16="http://schemas.microsoft.com/office/drawing/2014/main" id="{F544BDF5-8D5C-58DD-8A50-4CF5E4234646}"/>
                    </a:ext>
                  </a:extLst>
                </p:cNvPr>
                <p:cNvSpPr/>
                <p:nvPr/>
              </p:nvSpPr>
              <p:spPr>
                <a:xfrm>
                  <a:off x="3204889" y="1667634"/>
                  <a:ext cx="313200" cy="258679"/>
                </a:xfrm>
                <a:prstGeom prst="rect">
                  <a:avLst/>
                </a:prstGeom>
                <a:grpFill/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38098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3" name="グループ化 232">
                <a:extLst>
                  <a:ext uri="{FF2B5EF4-FFF2-40B4-BE49-F238E27FC236}">
                    <a16:creationId xmlns:a16="http://schemas.microsoft.com/office/drawing/2014/main" id="{0F14DF1E-CA93-A948-DA97-0F591D871128}"/>
                  </a:ext>
                </a:extLst>
              </p:cNvPr>
              <p:cNvGrpSpPr/>
              <p:nvPr/>
            </p:nvGrpSpPr>
            <p:grpSpPr>
              <a:xfrm>
                <a:off x="7390717" y="1239523"/>
                <a:ext cx="626400" cy="258679"/>
                <a:chOff x="2893969" y="1667634"/>
                <a:chExt cx="626400" cy="258679"/>
              </a:xfrm>
              <a:noFill/>
            </p:grpSpPr>
            <p:sp>
              <p:nvSpPr>
                <p:cNvPr id="517" name="Rectangle 24">
                  <a:extLst>
                    <a:ext uri="{FF2B5EF4-FFF2-40B4-BE49-F238E27FC236}">
                      <a16:creationId xmlns:a16="http://schemas.microsoft.com/office/drawing/2014/main" id="{9D91A17F-9A56-2F40-6528-9400CDB1D846}"/>
                    </a:ext>
                  </a:extLst>
                </p:cNvPr>
                <p:cNvSpPr/>
                <p:nvPr/>
              </p:nvSpPr>
              <p:spPr>
                <a:xfrm>
                  <a:off x="2893969" y="1667634"/>
                  <a:ext cx="626400" cy="258679"/>
                </a:xfrm>
                <a:prstGeom prst="rect">
                  <a:avLst/>
                </a:prstGeom>
                <a:grpFill/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38098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8" name="Rectangle 153">
                  <a:extLst>
                    <a:ext uri="{FF2B5EF4-FFF2-40B4-BE49-F238E27FC236}">
                      <a16:creationId xmlns:a16="http://schemas.microsoft.com/office/drawing/2014/main" id="{0C604764-73F8-F103-223B-17216B583072}"/>
                    </a:ext>
                  </a:extLst>
                </p:cNvPr>
                <p:cNvSpPr/>
                <p:nvPr/>
              </p:nvSpPr>
              <p:spPr>
                <a:xfrm>
                  <a:off x="3204889" y="1667634"/>
                  <a:ext cx="313200" cy="258679"/>
                </a:xfrm>
                <a:prstGeom prst="rect">
                  <a:avLst/>
                </a:prstGeom>
                <a:grpFill/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38098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4" name="グループ化 233">
                <a:extLst>
                  <a:ext uri="{FF2B5EF4-FFF2-40B4-BE49-F238E27FC236}">
                    <a16:creationId xmlns:a16="http://schemas.microsoft.com/office/drawing/2014/main" id="{F4600DE9-6BBC-CD1F-1A94-4FD52DF5F999}"/>
                  </a:ext>
                </a:extLst>
              </p:cNvPr>
              <p:cNvGrpSpPr/>
              <p:nvPr/>
            </p:nvGrpSpPr>
            <p:grpSpPr>
              <a:xfrm>
                <a:off x="8187114" y="1239523"/>
                <a:ext cx="626400" cy="258679"/>
                <a:chOff x="2893969" y="1667634"/>
                <a:chExt cx="626400" cy="258679"/>
              </a:xfrm>
              <a:noFill/>
            </p:grpSpPr>
            <p:sp>
              <p:nvSpPr>
                <p:cNvPr id="515" name="Rectangle 24">
                  <a:extLst>
                    <a:ext uri="{FF2B5EF4-FFF2-40B4-BE49-F238E27FC236}">
                      <a16:creationId xmlns:a16="http://schemas.microsoft.com/office/drawing/2014/main" id="{A04E1AB0-3033-4504-E836-FA1559E221A2}"/>
                    </a:ext>
                  </a:extLst>
                </p:cNvPr>
                <p:cNvSpPr/>
                <p:nvPr/>
              </p:nvSpPr>
              <p:spPr>
                <a:xfrm>
                  <a:off x="2893969" y="1667634"/>
                  <a:ext cx="626400" cy="258679"/>
                </a:xfrm>
                <a:prstGeom prst="rect">
                  <a:avLst/>
                </a:prstGeom>
                <a:grpFill/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38098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Rectangle 153">
                  <a:extLst>
                    <a:ext uri="{FF2B5EF4-FFF2-40B4-BE49-F238E27FC236}">
                      <a16:creationId xmlns:a16="http://schemas.microsoft.com/office/drawing/2014/main" id="{DA4F117E-DCF3-6866-277F-0338718CB3AD}"/>
                    </a:ext>
                  </a:extLst>
                </p:cNvPr>
                <p:cNvSpPr/>
                <p:nvPr/>
              </p:nvSpPr>
              <p:spPr>
                <a:xfrm>
                  <a:off x="3204889" y="1667634"/>
                  <a:ext cx="313200" cy="258679"/>
                </a:xfrm>
                <a:prstGeom prst="rect">
                  <a:avLst/>
                </a:prstGeom>
                <a:grpFill/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38098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5" name="グループ化 234">
                <a:extLst>
                  <a:ext uri="{FF2B5EF4-FFF2-40B4-BE49-F238E27FC236}">
                    <a16:creationId xmlns:a16="http://schemas.microsoft.com/office/drawing/2014/main" id="{1E47476D-F738-7CD9-1A94-BC1088794052}"/>
                  </a:ext>
                </a:extLst>
              </p:cNvPr>
              <p:cNvGrpSpPr/>
              <p:nvPr/>
            </p:nvGrpSpPr>
            <p:grpSpPr>
              <a:xfrm>
                <a:off x="8983511" y="1239523"/>
                <a:ext cx="626400" cy="258679"/>
                <a:chOff x="2893969" y="1667634"/>
                <a:chExt cx="626400" cy="258679"/>
              </a:xfrm>
              <a:noFill/>
            </p:grpSpPr>
            <p:sp>
              <p:nvSpPr>
                <p:cNvPr id="513" name="Rectangle 24">
                  <a:extLst>
                    <a:ext uri="{FF2B5EF4-FFF2-40B4-BE49-F238E27FC236}">
                      <a16:creationId xmlns:a16="http://schemas.microsoft.com/office/drawing/2014/main" id="{28AC9A2D-DEA0-1833-B574-DC287067FC3A}"/>
                    </a:ext>
                  </a:extLst>
                </p:cNvPr>
                <p:cNvSpPr/>
                <p:nvPr/>
              </p:nvSpPr>
              <p:spPr>
                <a:xfrm>
                  <a:off x="2893969" y="1667634"/>
                  <a:ext cx="626400" cy="258679"/>
                </a:xfrm>
                <a:prstGeom prst="rect">
                  <a:avLst/>
                </a:prstGeom>
                <a:grpFill/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38098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Rectangle 153">
                  <a:extLst>
                    <a:ext uri="{FF2B5EF4-FFF2-40B4-BE49-F238E27FC236}">
                      <a16:creationId xmlns:a16="http://schemas.microsoft.com/office/drawing/2014/main" id="{3BA44662-4D04-DE81-64D7-DCB1A314C266}"/>
                    </a:ext>
                  </a:extLst>
                </p:cNvPr>
                <p:cNvSpPr/>
                <p:nvPr/>
              </p:nvSpPr>
              <p:spPr>
                <a:xfrm>
                  <a:off x="3204889" y="1667634"/>
                  <a:ext cx="313200" cy="258679"/>
                </a:xfrm>
                <a:prstGeom prst="rect">
                  <a:avLst/>
                </a:prstGeom>
                <a:grpFill/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0985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61970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4295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2393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904924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85909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666893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047878" algn="l" defTabSz="380985" rtl="0" eaLnBrk="1" latinLnBrk="0" hangingPunct="1"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38098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236" name="コネクタ: カギ線 235">
                <a:extLst>
                  <a:ext uri="{FF2B5EF4-FFF2-40B4-BE49-F238E27FC236}">
                    <a16:creationId xmlns:a16="http://schemas.microsoft.com/office/drawing/2014/main" id="{824B370C-EF7E-E7F7-0205-A13C30C6F6A0}"/>
                  </a:ext>
                </a:extLst>
              </p:cNvPr>
              <p:cNvCxnSpPr>
                <a:cxnSpLocks/>
                <a:stCxn id="526" idx="2"/>
                <a:endCxn id="510" idx="2"/>
              </p:cNvCxnSpPr>
              <p:nvPr/>
            </p:nvCxnSpPr>
            <p:spPr>
              <a:xfrm rot="16200000" flipH="1">
                <a:off x="5270846" y="902285"/>
                <a:ext cx="3582183" cy="4774016"/>
              </a:xfrm>
              <a:prstGeom prst="bentConnector3">
                <a:avLst>
                  <a:gd name="adj1" fmla="val 106382"/>
                </a:avLst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37" name="コネクタ: カギ線 236">
                <a:extLst>
                  <a:ext uri="{FF2B5EF4-FFF2-40B4-BE49-F238E27FC236}">
                    <a16:creationId xmlns:a16="http://schemas.microsoft.com/office/drawing/2014/main" id="{F6248882-1E34-F907-7541-F6B857A1CFD7}"/>
                  </a:ext>
                </a:extLst>
              </p:cNvPr>
              <p:cNvCxnSpPr>
                <a:cxnSpLocks/>
                <a:stCxn id="524" idx="2"/>
                <a:endCxn id="510" idx="2"/>
              </p:cNvCxnSpPr>
              <p:nvPr/>
            </p:nvCxnSpPr>
            <p:spPr>
              <a:xfrm rot="16200000" flipH="1">
                <a:off x="5669044" y="1300483"/>
                <a:ext cx="3582183" cy="3977619"/>
              </a:xfrm>
              <a:prstGeom prst="bentConnector3">
                <a:avLst>
                  <a:gd name="adj1" fmla="val 106382"/>
                </a:avLst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38" name="コネクタ: カギ線 237">
                <a:extLst>
                  <a:ext uri="{FF2B5EF4-FFF2-40B4-BE49-F238E27FC236}">
                    <a16:creationId xmlns:a16="http://schemas.microsoft.com/office/drawing/2014/main" id="{6DC1C215-45E6-EE94-0CA7-4BC89E9144C1}"/>
                  </a:ext>
                </a:extLst>
              </p:cNvPr>
              <p:cNvCxnSpPr>
                <a:cxnSpLocks/>
                <a:stCxn id="518" idx="2"/>
                <a:endCxn id="510" idx="2"/>
              </p:cNvCxnSpPr>
              <p:nvPr/>
            </p:nvCxnSpPr>
            <p:spPr>
              <a:xfrm rot="16200000" flipH="1">
                <a:off x="6862500" y="2493939"/>
                <a:ext cx="3582183" cy="1590708"/>
              </a:xfrm>
              <a:prstGeom prst="bentConnector3">
                <a:avLst>
                  <a:gd name="adj1" fmla="val 106382"/>
                </a:avLst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39" name="コネクタ: カギ線 238">
                <a:extLst>
                  <a:ext uri="{FF2B5EF4-FFF2-40B4-BE49-F238E27FC236}">
                    <a16:creationId xmlns:a16="http://schemas.microsoft.com/office/drawing/2014/main" id="{35B7844A-4F6C-684D-540C-D0F4DA6E6D19}"/>
                  </a:ext>
                </a:extLst>
              </p:cNvPr>
              <p:cNvCxnSpPr>
                <a:cxnSpLocks/>
                <a:stCxn id="522" idx="2"/>
                <a:endCxn id="510" idx="2"/>
              </p:cNvCxnSpPr>
              <p:nvPr/>
            </p:nvCxnSpPr>
            <p:spPr>
              <a:xfrm rot="16200000" flipH="1">
                <a:off x="6067243" y="1698682"/>
                <a:ext cx="3582183" cy="3181222"/>
              </a:xfrm>
              <a:prstGeom prst="bentConnector3">
                <a:avLst>
                  <a:gd name="adj1" fmla="val 106382"/>
                </a:avLst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40" name="コネクタ: カギ線 239">
                <a:extLst>
                  <a:ext uri="{FF2B5EF4-FFF2-40B4-BE49-F238E27FC236}">
                    <a16:creationId xmlns:a16="http://schemas.microsoft.com/office/drawing/2014/main" id="{662C6B22-73CB-60BE-0C39-8D04B28805A7}"/>
                  </a:ext>
                </a:extLst>
              </p:cNvPr>
              <p:cNvCxnSpPr>
                <a:cxnSpLocks/>
                <a:stCxn id="516" idx="2"/>
                <a:endCxn id="510" idx="2"/>
              </p:cNvCxnSpPr>
              <p:nvPr/>
            </p:nvCxnSpPr>
            <p:spPr>
              <a:xfrm rot="16200000" flipH="1">
                <a:off x="7260698" y="2892137"/>
                <a:ext cx="3582183" cy="794311"/>
              </a:xfrm>
              <a:prstGeom prst="bentConnector3">
                <a:avLst>
                  <a:gd name="adj1" fmla="val 106382"/>
                </a:avLst>
              </a:prstGeom>
              <a:noFill/>
              <a:ln w="19050" cap="flat" cmpd="sng" algn="ctr">
                <a:solidFill>
                  <a:srgbClr val="F13B3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41" name="コネクタ: カギ線 240">
                <a:extLst>
                  <a:ext uri="{FF2B5EF4-FFF2-40B4-BE49-F238E27FC236}">
                    <a16:creationId xmlns:a16="http://schemas.microsoft.com/office/drawing/2014/main" id="{830CCC34-DF4F-381D-4DCD-52ABFE8A2BDD}"/>
                  </a:ext>
                </a:extLst>
              </p:cNvPr>
              <p:cNvCxnSpPr>
                <a:cxnSpLocks/>
                <a:stCxn id="520" idx="2"/>
                <a:endCxn id="510" idx="2"/>
              </p:cNvCxnSpPr>
              <p:nvPr/>
            </p:nvCxnSpPr>
            <p:spPr>
              <a:xfrm rot="16200000" flipH="1">
                <a:off x="6464301" y="2095740"/>
                <a:ext cx="3582183" cy="2387105"/>
              </a:xfrm>
              <a:prstGeom prst="bentConnector3">
                <a:avLst>
                  <a:gd name="adj1" fmla="val 106382"/>
                </a:avLst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42" name="直線コネクタ 241">
                <a:extLst>
                  <a:ext uri="{FF2B5EF4-FFF2-40B4-BE49-F238E27FC236}">
                    <a16:creationId xmlns:a16="http://schemas.microsoft.com/office/drawing/2014/main" id="{B2EBC834-4FF5-8A83-DD18-A4D9EF367F6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50533" y="1490262"/>
                <a:ext cx="2086" cy="3582183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43" name="直線矢印コネクタ 242">
                <a:extLst>
                  <a:ext uri="{FF2B5EF4-FFF2-40B4-BE49-F238E27FC236}">
                    <a16:creationId xmlns:a16="http://schemas.microsoft.com/office/drawing/2014/main" id="{DB2B6E26-80CA-EA4E-BA9E-9ECB8DB1C5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53280" y="5092726"/>
                <a:ext cx="0" cy="640188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244" name="Rectangle 24">
                <a:extLst>
                  <a:ext uri="{FF2B5EF4-FFF2-40B4-BE49-F238E27FC236}">
                    <a16:creationId xmlns:a16="http://schemas.microsoft.com/office/drawing/2014/main" id="{282A6944-FB07-4388-CC8B-A5FD539CF175}"/>
                  </a:ext>
                </a:extLst>
              </p:cNvPr>
              <p:cNvSpPr/>
              <p:nvPr/>
            </p:nvSpPr>
            <p:spPr>
              <a:xfrm>
                <a:off x="8982000" y="5732913"/>
                <a:ext cx="626400" cy="258679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5" name="Rectangle 153">
                <a:extLst>
                  <a:ext uri="{FF2B5EF4-FFF2-40B4-BE49-F238E27FC236}">
                    <a16:creationId xmlns:a16="http://schemas.microsoft.com/office/drawing/2014/main" id="{B3BAD048-EAF7-2D2C-2D68-178DCE9681B0}"/>
                  </a:ext>
                </a:extLst>
              </p:cNvPr>
              <p:cNvSpPr/>
              <p:nvPr/>
            </p:nvSpPr>
            <p:spPr>
              <a:xfrm>
                <a:off x="9292920" y="5732913"/>
                <a:ext cx="313200" cy="258679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46" name="直線コネクタ 245">
                <a:extLst>
                  <a:ext uri="{FF2B5EF4-FFF2-40B4-BE49-F238E27FC236}">
                    <a16:creationId xmlns:a16="http://schemas.microsoft.com/office/drawing/2014/main" id="{5E231CDF-F0A4-4B06-F65D-520F3D0A8620}"/>
                  </a:ext>
                </a:extLst>
              </p:cNvPr>
              <p:cNvCxnSpPr>
                <a:cxnSpLocks/>
                <a:endCxn id="514" idx="2"/>
              </p:cNvCxnSpPr>
              <p:nvPr/>
            </p:nvCxnSpPr>
            <p:spPr>
              <a:xfrm flipV="1">
                <a:off x="3878531" y="1498202"/>
                <a:ext cx="5572500" cy="233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47" name="コネクタ: カギ線 246">
                <a:extLst>
                  <a:ext uri="{FF2B5EF4-FFF2-40B4-BE49-F238E27FC236}">
                    <a16:creationId xmlns:a16="http://schemas.microsoft.com/office/drawing/2014/main" id="{81A03D73-8692-7800-139F-FFEDB04BCF9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2367340" y="3085996"/>
                <a:ext cx="3192379" cy="796397"/>
              </a:xfrm>
              <a:prstGeom prst="bentConnector5">
                <a:avLst>
                  <a:gd name="adj1" fmla="val -10940"/>
                  <a:gd name="adj2" fmla="val 69431"/>
                  <a:gd name="adj3" fmla="val 107161"/>
                </a:avLst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248" name="コネクタ: カギ線 247">
                <a:extLst>
                  <a:ext uri="{FF2B5EF4-FFF2-40B4-BE49-F238E27FC236}">
                    <a16:creationId xmlns:a16="http://schemas.microsoft.com/office/drawing/2014/main" id="{0687F63A-2D1E-D8DB-B13B-96D243ABAC4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3161457" y="3085995"/>
                <a:ext cx="3192379" cy="796397"/>
              </a:xfrm>
              <a:prstGeom prst="bentConnector5">
                <a:avLst>
                  <a:gd name="adj1" fmla="val -10940"/>
                  <a:gd name="adj2" fmla="val 69431"/>
                  <a:gd name="adj3" fmla="val 107161"/>
                </a:avLst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249" name="コネクタ: カギ線 248">
                <a:extLst>
                  <a:ext uri="{FF2B5EF4-FFF2-40B4-BE49-F238E27FC236}">
                    <a16:creationId xmlns:a16="http://schemas.microsoft.com/office/drawing/2014/main" id="{98E07ACF-3074-90D0-B66F-F28183B2948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3955574" y="3085993"/>
                <a:ext cx="3192379" cy="796397"/>
              </a:xfrm>
              <a:prstGeom prst="bentConnector5">
                <a:avLst>
                  <a:gd name="adj1" fmla="val -10940"/>
                  <a:gd name="adj2" fmla="val 69431"/>
                  <a:gd name="adj3" fmla="val 107161"/>
                </a:avLst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250" name="コネクタ: カギ線 249">
                <a:extLst>
                  <a:ext uri="{FF2B5EF4-FFF2-40B4-BE49-F238E27FC236}">
                    <a16:creationId xmlns:a16="http://schemas.microsoft.com/office/drawing/2014/main" id="{79A72639-A533-18F4-6CC0-F781B5D26850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4751971" y="3085989"/>
                <a:ext cx="3192379" cy="796397"/>
              </a:xfrm>
              <a:prstGeom prst="bentConnector5">
                <a:avLst>
                  <a:gd name="adj1" fmla="val -10940"/>
                  <a:gd name="adj2" fmla="val 69431"/>
                  <a:gd name="adj3" fmla="val 107161"/>
                </a:avLst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251" name="コネクタ: カギ線 250">
                <a:extLst>
                  <a:ext uri="{FF2B5EF4-FFF2-40B4-BE49-F238E27FC236}">
                    <a16:creationId xmlns:a16="http://schemas.microsoft.com/office/drawing/2014/main" id="{C9EEEFE0-9AFD-C926-AF1F-77F5E8C68A8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5546088" y="3085988"/>
                <a:ext cx="3192379" cy="796397"/>
              </a:xfrm>
              <a:prstGeom prst="bentConnector5">
                <a:avLst>
                  <a:gd name="adj1" fmla="val -10940"/>
                  <a:gd name="adj2" fmla="val 69431"/>
                  <a:gd name="adj3" fmla="val 107161"/>
                </a:avLst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252" name="コネクタ: カギ線 251">
                <a:extLst>
                  <a:ext uri="{FF2B5EF4-FFF2-40B4-BE49-F238E27FC236}">
                    <a16:creationId xmlns:a16="http://schemas.microsoft.com/office/drawing/2014/main" id="{006E50FA-290F-1242-9724-79290468477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6342485" y="3085988"/>
                <a:ext cx="3192379" cy="796397"/>
              </a:xfrm>
              <a:prstGeom prst="bentConnector5">
                <a:avLst>
                  <a:gd name="adj1" fmla="val -10940"/>
                  <a:gd name="adj2" fmla="val 69431"/>
                  <a:gd name="adj3" fmla="val 107161"/>
                </a:avLst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253" name="コネクタ: カギ線 252">
                <a:extLst>
                  <a:ext uri="{FF2B5EF4-FFF2-40B4-BE49-F238E27FC236}">
                    <a16:creationId xmlns:a16="http://schemas.microsoft.com/office/drawing/2014/main" id="{CD31DADC-8B30-1947-9FA4-453C409CAAE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7136602" y="3085980"/>
                <a:ext cx="3192379" cy="796397"/>
              </a:xfrm>
              <a:prstGeom prst="bentConnector5">
                <a:avLst>
                  <a:gd name="adj1" fmla="val -10940"/>
                  <a:gd name="adj2" fmla="val 69431"/>
                  <a:gd name="adj3" fmla="val 107161"/>
                </a:avLst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254" name="コネクタ: カギ線 253">
                <a:extLst>
                  <a:ext uri="{FF2B5EF4-FFF2-40B4-BE49-F238E27FC236}">
                    <a16:creationId xmlns:a16="http://schemas.microsoft.com/office/drawing/2014/main" id="{5095046D-1BA4-35D6-A9F7-E2168CB601E6}"/>
                  </a:ext>
                </a:extLst>
              </p:cNvPr>
              <p:cNvCxnSpPr>
                <a:cxnSpLocks/>
                <a:stCxn id="511" idx="2"/>
                <a:endCxn id="255" idx="0"/>
              </p:cNvCxnSpPr>
              <p:nvPr/>
            </p:nvCxnSpPr>
            <p:spPr>
              <a:xfrm rot="5400000" flipH="1">
                <a:off x="4754203" y="696740"/>
                <a:ext cx="3192379" cy="5574878"/>
              </a:xfrm>
              <a:prstGeom prst="bentConnector5">
                <a:avLst>
                  <a:gd name="adj1" fmla="val -15240"/>
                  <a:gd name="adj2" fmla="val 104506"/>
                  <a:gd name="adj3" fmla="val 107161"/>
                </a:avLst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255" name="Rectangle 153">
                <a:extLst>
                  <a:ext uri="{FF2B5EF4-FFF2-40B4-BE49-F238E27FC236}">
                    <a16:creationId xmlns:a16="http://schemas.microsoft.com/office/drawing/2014/main" id="{8A69CC9A-7B38-587F-12BF-17D3C517F5DB}"/>
                  </a:ext>
                </a:extLst>
              </p:cNvPr>
              <p:cNvSpPr/>
              <p:nvPr/>
            </p:nvSpPr>
            <p:spPr>
              <a:xfrm>
                <a:off x="3406354" y="1887989"/>
                <a:ext cx="3132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6" name="Rectangle 1052">
                <a:extLst>
                  <a:ext uri="{FF2B5EF4-FFF2-40B4-BE49-F238E27FC236}">
                    <a16:creationId xmlns:a16="http://schemas.microsoft.com/office/drawing/2014/main" id="{FE973205-F32E-7670-7E8A-741FAB41E272}"/>
                  </a:ext>
                </a:extLst>
              </p:cNvPr>
              <p:cNvSpPr/>
              <p:nvPr/>
            </p:nvSpPr>
            <p:spPr>
              <a:xfrm>
                <a:off x="3321021" y="929704"/>
                <a:ext cx="6347914" cy="390765"/>
              </a:xfrm>
              <a:prstGeom prst="rect">
                <a:avLst/>
              </a:prstGeom>
              <a:solidFill>
                <a:srgbClr val="F9DBDB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ja-JP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游ゴシック" panose="020B0400000000000000" pitchFamily="50" charset="-128"/>
                    <a:cs typeface="Times New Roman" panose="02020603050405020304" pitchFamily="18" charset="0"/>
                  </a:rPr>
                  <a:t>AXI DMA READ</a:t>
                </a:r>
              </a:p>
            </p:txBody>
          </p:sp>
          <p:cxnSp>
            <p:nvCxnSpPr>
              <p:cNvPr id="257" name="直線矢印コネクタ 256">
                <a:extLst>
                  <a:ext uri="{FF2B5EF4-FFF2-40B4-BE49-F238E27FC236}">
                    <a16:creationId xmlns:a16="http://schemas.microsoft.com/office/drawing/2014/main" id="{CD4FE6F4-8729-1A9D-661B-70396B539F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11604" y="5429251"/>
                <a:ext cx="266927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258" name="直線矢印コネクタ 257">
                <a:extLst>
                  <a:ext uri="{FF2B5EF4-FFF2-40B4-BE49-F238E27FC236}">
                    <a16:creationId xmlns:a16="http://schemas.microsoft.com/office/drawing/2014/main" id="{233BAA00-98EA-C382-2188-8F59200B05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08002" y="5429251"/>
                <a:ext cx="266927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259" name="直線矢印コネクタ 258">
                <a:extLst>
                  <a:ext uri="{FF2B5EF4-FFF2-40B4-BE49-F238E27FC236}">
                    <a16:creationId xmlns:a16="http://schemas.microsoft.com/office/drawing/2014/main" id="{CC6A8CC2-104B-94E5-D5C5-D9CBD88A5E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04398" y="5429251"/>
                <a:ext cx="266927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260" name="直線矢印コネクタ 259">
                <a:extLst>
                  <a:ext uri="{FF2B5EF4-FFF2-40B4-BE49-F238E27FC236}">
                    <a16:creationId xmlns:a16="http://schemas.microsoft.com/office/drawing/2014/main" id="{F8FB72F2-A4B4-ECFC-2C6B-C1B2941AF4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00796" y="5429251"/>
                <a:ext cx="266927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261" name="直線矢印コネクタ 260">
                <a:extLst>
                  <a:ext uri="{FF2B5EF4-FFF2-40B4-BE49-F238E27FC236}">
                    <a16:creationId xmlns:a16="http://schemas.microsoft.com/office/drawing/2014/main" id="{91A67117-35B5-1686-F779-C8150E64AC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93870" y="5429251"/>
                <a:ext cx="266927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262" name="直線矢印コネクタ 261">
                <a:extLst>
                  <a:ext uri="{FF2B5EF4-FFF2-40B4-BE49-F238E27FC236}">
                    <a16:creationId xmlns:a16="http://schemas.microsoft.com/office/drawing/2014/main" id="{10DFC789-C012-066D-81DF-E3800DF824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90268" y="5429251"/>
                <a:ext cx="266927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263" name="直線矢印コネクタ 262">
                <a:extLst>
                  <a:ext uri="{FF2B5EF4-FFF2-40B4-BE49-F238E27FC236}">
                    <a16:creationId xmlns:a16="http://schemas.microsoft.com/office/drawing/2014/main" id="{40FEB10B-6373-F004-D9E2-6A06E7CE6D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86664" y="5429251"/>
                <a:ext cx="266927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264" name="直線矢印コネクタ 263">
                <a:extLst>
                  <a:ext uri="{FF2B5EF4-FFF2-40B4-BE49-F238E27FC236}">
                    <a16:creationId xmlns:a16="http://schemas.microsoft.com/office/drawing/2014/main" id="{2B6B7249-4D78-6D81-38E1-0F7A811DCF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62953" y="2179640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265" name="直線矢印コネクタ 264">
                <a:extLst>
                  <a:ext uri="{FF2B5EF4-FFF2-40B4-BE49-F238E27FC236}">
                    <a16:creationId xmlns:a16="http://schemas.microsoft.com/office/drawing/2014/main" id="{9735B0ED-971E-EFE5-5DBD-E536439780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62953" y="2604032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266" name="直線矢印コネクタ 265">
                <a:extLst>
                  <a:ext uri="{FF2B5EF4-FFF2-40B4-BE49-F238E27FC236}">
                    <a16:creationId xmlns:a16="http://schemas.microsoft.com/office/drawing/2014/main" id="{249EC35F-D933-C736-9B24-DA8FA4BA2E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63556" y="3021015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267" name="直線矢印コネクタ 266">
                <a:extLst>
                  <a:ext uri="{FF2B5EF4-FFF2-40B4-BE49-F238E27FC236}">
                    <a16:creationId xmlns:a16="http://schemas.microsoft.com/office/drawing/2014/main" id="{F4906C62-6EF8-BA16-60A2-AC5EC492D1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63556" y="3445407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268" name="直線矢印コネクタ 267">
                <a:extLst>
                  <a:ext uri="{FF2B5EF4-FFF2-40B4-BE49-F238E27FC236}">
                    <a16:creationId xmlns:a16="http://schemas.microsoft.com/office/drawing/2014/main" id="{5BE017A9-7B61-169C-D2C9-188B093404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62350" y="3854904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269" name="直線矢印コネクタ 268">
                <a:extLst>
                  <a:ext uri="{FF2B5EF4-FFF2-40B4-BE49-F238E27FC236}">
                    <a16:creationId xmlns:a16="http://schemas.microsoft.com/office/drawing/2014/main" id="{D3D5A7FA-54C8-A960-6E15-479B075E64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62350" y="4279296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270" name="直線矢印コネクタ 269">
                <a:extLst>
                  <a:ext uri="{FF2B5EF4-FFF2-40B4-BE49-F238E27FC236}">
                    <a16:creationId xmlns:a16="http://schemas.microsoft.com/office/drawing/2014/main" id="{6DAC7062-346F-E18A-28B2-A910619FBA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62953" y="4696279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271" name="直線矢印コネクタ 270">
                <a:extLst>
                  <a:ext uri="{FF2B5EF4-FFF2-40B4-BE49-F238E27FC236}">
                    <a16:creationId xmlns:a16="http://schemas.microsoft.com/office/drawing/2014/main" id="{51DA0229-DECE-9FD1-6CEB-0BE74C147D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58844" y="2179640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272" name="直線矢印コネクタ 271">
                <a:extLst>
                  <a:ext uri="{FF2B5EF4-FFF2-40B4-BE49-F238E27FC236}">
                    <a16:creationId xmlns:a16="http://schemas.microsoft.com/office/drawing/2014/main" id="{145B5E92-AA43-267B-9B72-2EB8EB87BA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58844" y="2604032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273" name="直線矢印コネクタ 272">
                <a:extLst>
                  <a:ext uri="{FF2B5EF4-FFF2-40B4-BE49-F238E27FC236}">
                    <a16:creationId xmlns:a16="http://schemas.microsoft.com/office/drawing/2014/main" id="{34A41A21-974E-E2E4-0118-0F6D0DF347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59447" y="3021015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274" name="直線矢印コネクタ 273">
                <a:extLst>
                  <a:ext uri="{FF2B5EF4-FFF2-40B4-BE49-F238E27FC236}">
                    <a16:creationId xmlns:a16="http://schemas.microsoft.com/office/drawing/2014/main" id="{A36748CC-D131-FBD9-34C1-E516E83DDF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59447" y="3445407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275" name="直線矢印コネクタ 274">
                <a:extLst>
                  <a:ext uri="{FF2B5EF4-FFF2-40B4-BE49-F238E27FC236}">
                    <a16:creationId xmlns:a16="http://schemas.microsoft.com/office/drawing/2014/main" id="{9529BFC4-9F41-B4A7-B67F-AB55586B8E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58241" y="3854904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276" name="直線矢印コネクタ 275">
                <a:extLst>
                  <a:ext uri="{FF2B5EF4-FFF2-40B4-BE49-F238E27FC236}">
                    <a16:creationId xmlns:a16="http://schemas.microsoft.com/office/drawing/2014/main" id="{D173963B-4466-5C75-7ABD-376B8AB3DB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58241" y="4279296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277" name="直線矢印コネクタ 276">
                <a:extLst>
                  <a:ext uri="{FF2B5EF4-FFF2-40B4-BE49-F238E27FC236}">
                    <a16:creationId xmlns:a16="http://schemas.microsoft.com/office/drawing/2014/main" id="{C4499EC7-9A06-D410-B905-6503C175DC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58844" y="4696279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278" name="直線矢印コネクタ 277">
                <a:extLst>
                  <a:ext uri="{FF2B5EF4-FFF2-40B4-BE49-F238E27FC236}">
                    <a16:creationId xmlns:a16="http://schemas.microsoft.com/office/drawing/2014/main" id="{0D709CE8-74DD-3FEF-57CB-6863F95E01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30387" y="2179640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279" name="直線矢印コネクタ 278">
                <a:extLst>
                  <a:ext uri="{FF2B5EF4-FFF2-40B4-BE49-F238E27FC236}">
                    <a16:creationId xmlns:a16="http://schemas.microsoft.com/office/drawing/2014/main" id="{EC41C2C1-FB1B-E20F-BFB1-FFF406D3D6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30387" y="2604032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280" name="直線矢印コネクタ 279">
                <a:extLst>
                  <a:ext uri="{FF2B5EF4-FFF2-40B4-BE49-F238E27FC236}">
                    <a16:creationId xmlns:a16="http://schemas.microsoft.com/office/drawing/2014/main" id="{3C47F3C2-EF9F-807B-224B-482E4CC32F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30990" y="3021015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281" name="直線矢印コネクタ 280">
                <a:extLst>
                  <a:ext uri="{FF2B5EF4-FFF2-40B4-BE49-F238E27FC236}">
                    <a16:creationId xmlns:a16="http://schemas.microsoft.com/office/drawing/2014/main" id="{35B68F24-35F5-ACF4-3427-9C4D135FC1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30990" y="3445407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282" name="直線矢印コネクタ 281">
                <a:extLst>
                  <a:ext uri="{FF2B5EF4-FFF2-40B4-BE49-F238E27FC236}">
                    <a16:creationId xmlns:a16="http://schemas.microsoft.com/office/drawing/2014/main" id="{22F80DCB-8D7C-7C87-667D-022A1A9ECA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31901" y="3854904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283" name="直線矢印コネクタ 282">
                <a:extLst>
                  <a:ext uri="{FF2B5EF4-FFF2-40B4-BE49-F238E27FC236}">
                    <a16:creationId xmlns:a16="http://schemas.microsoft.com/office/drawing/2014/main" id="{9FEF2E6D-B31F-A82C-C66A-357CA0FBFC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29784" y="4279296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284" name="直線矢印コネクタ 283">
                <a:extLst>
                  <a:ext uri="{FF2B5EF4-FFF2-40B4-BE49-F238E27FC236}">
                    <a16:creationId xmlns:a16="http://schemas.microsoft.com/office/drawing/2014/main" id="{F960A910-7A69-6BC5-8E6A-ADC2690DCD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30387" y="4696279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285" name="直線矢印コネクタ 284">
                <a:extLst>
                  <a:ext uri="{FF2B5EF4-FFF2-40B4-BE49-F238E27FC236}">
                    <a16:creationId xmlns:a16="http://schemas.microsoft.com/office/drawing/2014/main" id="{473B6F7B-092E-8A93-DE1E-B0F16144C7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2962" y="2179640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286" name="直線矢印コネクタ 285">
                <a:extLst>
                  <a:ext uri="{FF2B5EF4-FFF2-40B4-BE49-F238E27FC236}">
                    <a16:creationId xmlns:a16="http://schemas.microsoft.com/office/drawing/2014/main" id="{6FC97319-0985-C2CD-0F42-5DA842D247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2962" y="2604032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287" name="直線矢印コネクタ 286">
                <a:extLst>
                  <a:ext uri="{FF2B5EF4-FFF2-40B4-BE49-F238E27FC236}">
                    <a16:creationId xmlns:a16="http://schemas.microsoft.com/office/drawing/2014/main" id="{941A1DFE-9385-C3FD-F29B-8B351AE3E6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3565" y="3021015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288" name="直線矢印コネクタ 287">
                <a:extLst>
                  <a:ext uri="{FF2B5EF4-FFF2-40B4-BE49-F238E27FC236}">
                    <a16:creationId xmlns:a16="http://schemas.microsoft.com/office/drawing/2014/main" id="{7C7FAE89-FDD3-F125-4190-C097CB01D9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3565" y="3445407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289" name="直線矢印コネクタ 288">
                <a:extLst>
                  <a:ext uri="{FF2B5EF4-FFF2-40B4-BE49-F238E27FC236}">
                    <a16:creationId xmlns:a16="http://schemas.microsoft.com/office/drawing/2014/main" id="{4CD28A8A-B445-9CDB-EB03-420F50605C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2359" y="3854904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290" name="直線矢印コネクタ 289">
                <a:extLst>
                  <a:ext uri="{FF2B5EF4-FFF2-40B4-BE49-F238E27FC236}">
                    <a16:creationId xmlns:a16="http://schemas.microsoft.com/office/drawing/2014/main" id="{0A96B890-9C8F-8D0D-7797-F6377F2212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2359" y="4279296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291" name="直線矢印コネクタ 290">
                <a:extLst>
                  <a:ext uri="{FF2B5EF4-FFF2-40B4-BE49-F238E27FC236}">
                    <a16:creationId xmlns:a16="http://schemas.microsoft.com/office/drawing/2014/main" id="{9F168E93-FD2E-5D51-4A10-43A05783B3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2962" y="4696279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292" name="直線矢印コネクタ 291">
                <a:extLst>
                  <a:ext uri="{FF2B5EF4-FFF2-40B4-BE49-F238E27FC236}">
                    <a16:creationId xmlns:a16="http://schemas.microsoft.com/office/drawing/2014/main" id="{B72A9A57-A78C-170C-6CC5-8378DB2F4E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47438" y="2179640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293" name="直線矢印コネクタ 292">
                <a:extLst>
                  <a:ext uri="{FF2B5EF4-FFF2-40B4-BE49-F238E27FC236}">
                    <a16:creationId xmlns:a16="http://schemas.microsoft.com/office/drawing/2014/main" id="{5EFB733E-D443-ECAE-BA70-D7735D4879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47438" y="2604032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294" name="直線矢印コネクタ 293">
                <a:extLst>
                  <a:ext uri="{FF2B5EF4-FFF2-40B4-BE49-F238E27FC236}">
                    <a16:creationId xmlns:a16="http://schemas.microsoft.com/office/drawing/2014/main" id="{770F533E-8F91-731E-2048-E229002148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48041" y="3021015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295" name="直線矢印コネクタ 294">
                <a:extLst>
                  <a:ext uri="{FF2B5EF4-FFF2-40B4-BE49-F238E27FC236}">
                    <a16:creationId xmlns:a16="http://schemas.microsoft.com/office/drawing/2014/main" id="{AD392235-FBDF-5FCE-DD0F-ACA2EA1825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48041" y="3445407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296" name="直線矢印コネクタ 295">
                <a:extLst>
                  <a:ext uri="{FF2B5EF4-FFF2-40B4-BE49-F238E27FC236}">
                    <a16:creationId xmlns:a16="http://schemas.microsoft.com/office/drawing/2014/main" id="{F88A834E-8376-524D-E279-40CB737943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46835" y="3854904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297" name="直線矢印コネクタ 296">
                <a:extLst>
                  <a:ext uri="{FF2B5EF4-FFF2-40B4-BE49-F238E27FC236}">
                    <a16:creationId xmlns:a16="http://schemas.microsoft.com/office/drawing/2014/main" id="{CF3C4045-C21D-DA3F-3274-AA1A384E97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46835" y="4279296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298" name="直線矢印コネクタ 297">
                <a:extLst>
                  <a:ext uri="{FF2B5EF4-FFF2-40B4-BE49-F238E27FC236}">
                    <a16:creationId xmlns:a16="http://schemas.microsoft.com/office/drawing/2014/main" id="{8C4C4DA9-247E-68FD-2BD3-1E6E4563F8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47438" y="4696279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299" name="直線矢印コネクタ 298">
                <a:extLst>
                  <a:ext uri="{FF2B5EF4-FFF2-40B4-BE49-F238E27FC236}">
                    <a16:creationId xmlns:a16="http://schemas.microsoft.com/office/drawing/2014/main" id="{A30FC954-7480-857C-A29B-C02C7043B2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42451" y="2173632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00" name="直線矢印コネクタ 299">
                <a:extLst>
                  <a:ext uri="{FF2B5EF4-FFF2-40B4-BE49-F238E27FC236}">
                    <a16:creationId xmlns:a16="http://schemas.microsoft.com/office/drawing/2014/main" id="{5B85FD79-7D15-C426-6807-928F47F1CC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42451" y="2598024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01" name="直線矢印コネクタ 300">
                <a:extLst>
                  <a:ext uri="{FF2B5EF4-FFF2-40B4-BE49-F238E27FC236}">
                    <a16:creationId xmlns:a16="http://schemas.microsoft.com/office/drawing/2014/main" id="{55B757E1-87BF-BD01-CF2B-8E4E6383EA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43054" y="3015007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02" name="直線矢印コネクタ 301">
                <a:extLst>
                  <a:ext uri="{FF2B5EF4-FFF2-40B4-BE49-F238E27FC236}">
                    <a16:creationId xmlns:a16="http://schemas.microsoft.com/office/drawing/2014/main" id="{65634FB7-F5A1-1C37-7171-467B2CDB3F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43054" y="3439399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03" name="直線矢印コネクタ 302">
                <a:extLst>
                  <a:ext uri="{FF2B5EF4-FFF2-40B4-BE49-F238E27FC236}">
                    <a16:creationId xmlns:a16="http://schemas.microsoft.com/office/drawing/2014/main" id="{C05BFACF-AD9C-F010-9C78-2E13143B34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43965" y="3848896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04" name="直線矢印コネクタ 303">
                <a:extLst>
                  <a:ext uri="{FF2B5EF4-FFF2-40B4-BE49-F238E27FC236}">
                    <a16:creationId xmlns:a16="http://schemas.microsoft.com/office/drawing/2014/main" id="{5D648B3F-3461-B8C1-F1FE-BDD7CBA984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43965" y="4273288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05" name="直線矢印コネクタ 304">
                <a:extLst>
                  <a:ext uri="{FF2B5EF4-FFF2-40B4-BE49-F238E27FC236}">
                    <a16:creationId xmlns:a16="http://schemas.microsoft.com/office/drawing/2014/main" id="{4C2C2E00-EA2B-4D59-31C6-60A0669F42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42451" y="4690271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06" name="直線矢印コネクタ 305">
                <a:extLst>
                  <a:ext uri="{FF2B5EF4-FFF2-40B4-BE49-F238E27FC236}">
                    <a16:creationId xmlns:a16="http://schemas.microsoft.com/office/drawing/2014/main" id="{75D7EC0A-3E99-6F1C-0B0A-2F273B9AE0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33031" y="2173803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07" name="直線矢印コネクタ 306">
                <a:extLst>
                  <a:ext uri="{FF2B5EF4-FFF2-40B4-BE49-F238E27FC236}">
                    <a16:creationId xmlns:a16="http://schemas.microsoft.com/office/drawing/2014/main" id="{445D3D29-49BF-8765-DFA5-9498C4D668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33031" y="2598195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08" name="直線矢印コネクタ 307">
                <a:extLst>
                  <a:ext uri="{FF2B5EF4-FFF2-40B4-BE49-F238E27FC236}">
                    <a16:creationId xmlns:a16="http://schemas.microsoft.com/office/drawing/2014/main" id="{447D3D87-013B-1D1F-6B90-D135DF0280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33634" y="3015178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09" name="直線矢印コネクタ 308">
                <a:extLst>
                  <a:ext uri="{FF2B5EF4-FFF2-40B4-BE49-F238E27FC236}">
                    <a16:creationId xmlns:a16="http://schemas.microsoft.com/office/drawing/2014/main" id="{D477D4E2-E34B-1060-D9E9-2471BFF561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33634" y="3439570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10" name="直線矢印コネクタ 309">
                <a:extLst>
                  <a:ext uri="{FF2B5EF4-FFF2-40B4-BE49-F238E27FC236}">
                    <a16:creationId xmlns:a16="http://schemas.microsoft.com/office/drawing/2014/main" id="{6982ADFD-3213-C3E5-B867-89E18193C5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32428" y="3849067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11" name="直線矢印コネクタ 310">
                <a:extLst>
                  <a:ext uri="{FF2B5EF4-FFF2-40B4-BE49-F238E27FC236}">
                    <a16:creationId xmlns:a16="http://schemas.microsoft.com/office/drawing/2014/main" id="{120D9D48-B9BB-30CC-B13B-2B76A5AE9D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34545" y="4273459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12" name="直線矢印コネクタ 311">
                <a:extLst>
                  <a:ext uri="{FF2B5EF4-FFF2-40B4-BE49-F238E27FC236}">
                    <a16:creationId xmlns:a16="http://schemas.microsoft.com/office/drawing/2014/main" id="{79886905-B96F-C3A0-8D34-9048D91D70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33031" y="4690442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13" name="直線矢印コネクタ 312">
                <a:extLst>
                  <a:ext uri="{FF2B5EF4-FFF2-40B4-BE49-F238E27FC236}">
                    <a16:creationId xmlns:a16="http://schemas.microsoft.com/office/drawing/2014/main" id="{3414A485-9A3E-A222-B769-A2F94F231F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33844" y="2179640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14" name="直線矢印コネクタ 313">
                <a:extLst>
                  <a:ext uri="{FF2B5EF4-FFF2-40B4-BE49-F238E27FC236}">
                    <a16:creationId xmlns:a16="http://schemas.microsoft.com/office/drawing/2014/main" id="{F5251C0A-EA1C-4B0D-B179-77C8FBF0EF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33844" y="2604032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15" name="直線矢印コネクタ 314">
                <a:extLst>
                  <a:ext uri="{FF2B5EF4-FFF2-40B4-BE49-F238E27FC236}">
                    <a16:creationId xmlns:a16="http://schemas.microsoft.com/office/drawing/2014/main" id="{8550C7ED-52B9-70E9-AEA0-F75B89D7C0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34447" y="3021015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16" name="直線矢印コネクタ 315">
                <a:extLst>
                  <a:ext uri="{FF2B5EF4-FFF2-40B4-BE49-F238E27FC236}">
                    <a16:creationId xmlns:a16="http://schemas.microsoft.com/office/drawing/2014/main" id="{38D48E52-72E4-483A-D6C2-07735B0C0D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34447" y="3445407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17" name="直線矢印コネクタ 316">
                <a:extLst>
                  <a:ext uri="{FF2B5EF4-FFF2-40B4-BE49-F238E27FC236}">
                    <a16:creationId xmlns:a16="http://schemas.microsoft.com/office/drawing/2014/main" id="{3FD14162-0847-ABB8-DCDE-2D0E8C02C6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33241" y="3854904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18" name="直線矢印コネクタ 317">
                <a:extLst>
                  <a:ext uri="{FF2B5EF4-FFF2-40B4-BE49-F238E27FC236}">
                    <a16:creationId xmlns:a16="http://schemas.microsoft.com/office/drawing/2014/main" id="{C71A1E8D-A4C7-05B3-C6A5-BFD458148D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33241" y="4279296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19" name="直線矢印コネクタ 318">
                <a:extLst>
                  <a:ext uri="{FF2B5EF4-FFF2-40B4-BE49-F238E27FC236}">
                    <a16:creationId xmlns:a16="http://schemas.microsoft.com/office/drawing/2014/main" id="{C5682568-4A74-529E-7343-0DF26A2CE4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33844" y="4696279"/>
                <a:ext cx="0" cy="132629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20" name="直線矢印コネクタ 319">
                <a:extLst>
                  <a:ext uri="{FF2B5EF4-FFF2-40B4-BE49-F238E27FC236}">
                    <a16:creationId xmlns:a16="http://schemas.microsoft.com/office/drawing/2014/main" id="{AF51BE3E-811A-548F-BA2D-C91E609A05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78135" y="2179640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21" name="直線矢印コネクタ 320">
                <a:extLst>
                  <a:ext uri="{FF2B5EF4-FFF2-40B4-BE49-F238E27FC236}">
                    <a16:creationId xmlns:a16="http://schemas.microsoft.com/office/drawing/2014/main" id="{E70F27DB-814A-CF9F-2D61-A3FB5CDBE9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74929" y="2186138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sp>
            <p:nvSpPr>
              <p:cNvPr id="322" name="Rectangle 24">
                <a:extLst>
                  <a:ext uri="{FF2B5EF4-FFF2-40B4-BE49-F238E27FC236}">
                    <a16:creationId xmlns:a16="http://schemas.microsoft.com/office/drawing/2014/main" id="{899ED6D6-0289-5439-F7DE-1423516BD222}"/>
                  </a:ext>
                </a:extLst>
              </p:cNvPr>
              <p:cNvSpPr/>
              <p:nvPr/>
            </p:nvSpPr>
            <p:spPr>
              <a:xfrm>
                <a:off x="3413195" y="1887959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3" name="Rectangle 153">
                <a:extLst>
                  <a:ext uri="{FF2B5EF4-FFF2-40B4-BE49-F238E27FC236}">
                    <a16:creationId xmlns:a16="http://schemas.microsoft.com/office/drawing/2014/main" id="{4F53CA50-AFC1-2E16-C839-ACF61B554ADC}"/>
                  </a:ext>
                </a:extLst>
              </p:cNvPr>
              <p:cNvSpPr/>
              <p:nvPr/>
            </p:nvSpPr>
            <p:spPr>
              <a:xfrm>
                <a:off x="3724115" y="1887959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4" name="Rectangle 24">
                <a:extLst>
                  <a:ext uri="{FF2B5EF4-FFF2-40B4-BE49-F238E27FC236}">
                    <a16:creationId xmlns:a16="http://schemas.microsoft.com/office/drawing/2014/main" id="{F4707EFC-94BD-E181-BFF5-2FA629D8D60C}"/>
                  </a:ext>
                </a:extLst>
              </p:cNvPr>
              <p:cNvSpPr/>
              <p:nvPr/>
            </p:nvSpPr>
            <p:spPr>
              <a:xfrm>
                <a:off x="4219666" y="1884801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5" name="Rectangle 153">
                <a:extLst>
                  <a:ext uri="{FF2B5EF4-FFF2-40B4-BE49-F238E27FC236}">
                    <a16:creationId xmlns:a16="http://schemas.microsoft.com/office/drawing/2014/main" id="{C7D3B54E-66DC-2147-6B62-4ABD44A92DE3}"/>
                  </a:ext>
                </a:extLst>
              </p:cNvPr>
              <p:cNvSpPr/>
              <p:nvPr/>
            </p:nvSpPr>
            <p:spPr>
              <a:xfrm>
                <a:off x="4525363" y="1887229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6" name="Rectangle 24">
                <a:extLst>
                  <a:ext uri="{FF2B5EF4-FFF2-40B4-BE49-F238E27FC236}">
                    <a16:creationId xmlns:a16="http://schemas.microsoft.com/office/drawing/2014/main" id="{17B92B34-9C9C-FAA2-868E-9CE2BBCB2A67}"/>
                  </a:ext>
                </a:extLst>
              </p:cNvPr>
              <p:cNvSpPr/>
              <p:nvPr/>
            </p:nvSpPr>
            <p:spPr>
              <a:xfrm>
                <a:off x="5010840" y="1887229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7" name="Rectangle 153">
                <a:extLst>
                  <a:ext uri="{FF2B5EF4-FFF2-40B4-BE49-F238E27FC236}">
                    <a16:creationId xmlns:a16="http://schemas.microsoft.com/office/drawing/2014/main" id="{E1CB4380-61AB-E150-569D-E15E4FFFEB54}"/>
                  </a:ext>
                </a:extLst>
              </p:cNvPr>
              <p:cNvSpPr/>
              <p:nvPr/>
            </p:nvSpPr>
            <p:spPr>
              <a:xfrm>
                <a:off x="5321760" y="1887229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8" name="Rectangle 24">
                <a:extLst>
                  <a:ext uri="{FF2B5EF4-FFF2-40B4-BE49-F238E27FC236}">
                    <a16:creationId xmlns:a16="http://schemas.microsoft.com/office/drawing/2014/main" id="{08134AB2-1C1C-C6C2-D46A-1E3770360073}"/>
                  </a:ext>
                </a:extLst>
              </p:cNvPr>
              <p:cNvSpPr/>
              <p:nvPr/>
            </p:nvSpPr>
            <p:spPr>
              <a:xfrm>
                <a:off x="5807237" y="1887229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9" name="Rectangle 153">
                <a:extLst>
                  <a:ext uri="{FF2B5EF4-FFF2-40B4-BE49-F238E27FC236}">
                    <a16:creationId xmlns:a16="http://schemas.microsoft.com/office/drawing/2014/main" id="{E6A28299-4CB2-9434-FBB4-27941F1DFBE4}"/>
                  </a:ext>
                </a:extLst>
              </p:cNvPr>
              <p:cNvSpPr/>
              <p:nvPr/>
            </p:nvSpPr>
            <p:spPr>
              <a:xfrm>
                <a:off x="6118157" y="1887229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0" name="Rectangle 24">
                <a:extLst>
                  <a:ext uri="{FF2B5EF4-FFF2-40B4-BE49-F238E27FC236}">
                    <a16:creationId xmlns:a16="http://schemas.microsoft.com/office/drawing/2014/main" id="{52C04161-40D0-347F-C438-F08E9EF7A835}"/>
                  </a:ext>
                </a:extLst>
              </p:cNvPr>
              <p:cNvSpPr/>
              <p:nvPr/>
            </p:nvSpPr>
            <p:spPr>
              <a:xfrm>
                <a:off x="6601354" y="1887229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1" name="Rectangle 153">
                <a:extLst>
                  <a:ext uri="{FF2B5EF4-FFF2-40B4-BE49-F238E27FC236}">
                    <a16:creationId xmlns:a16="http://schemas.microsoft.com/office/drawing/2014/main" id="{98A50ECA-A5DF-3354-80C6-07500203DBEC}"/>
                  </a:ext>
                </a:extLst>
              </p:cNvPr>
              <p:cNvSpPr/>
              <p:nvPr/>
            </p:nvSpPr>
            <p:spPr>
              <a:xfrm>
                <a:off x="6912274" y="1887229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2" name="Rectangle 24">
                <a:extLst>
                  <a:ext uri="{FF2B5EF4-FFF2-40B4-BE49-F238E27FC236}">
                    <a16:creationId xmlns:a16="http://schemas.microsoft.com/office/drawing/2014/main" id="{68A20EB8-5AC3-EADD-F429-6B7839A63332}"/>
                  </a:ext>
                </a:extLst>
              </p:cNvPr>
              <p:cNvSpPr/>
              <p:nvPr/>
            </p:nvSpPr>
            <p:spPr>
              <a:xfrm>
                <a:off x="7397751" y="1887229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3" name="Rectangle 153">
                <a:extLst>
                  <a:ext uri="{FF2B5EF4-FFF2-40B4-BE49-F238E27FC236}">
                    <a16:creationId xmlns:a16="http://schemas.microsoft.com/office/drawing/2014/main" id="{4F6EB397-C627-7263-7723-05AD8BAEC2F7}"/>
                  </a:ext>
                </a:extLst>
              </p:cNvPr>
              <p:cNvSpPr/>
              <p:nvPr/>
            </p:nvSpPr>
            <p:spPr>
              <a:xfrm>
                <a:off x="7708671" y="1887229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4" name="Rectangle 24">
                <a:extLst>
                  <a:ext uri="{FF2B5EF4-FFF2-40B4-BE49-F238E27FC236}">
                    <a16:creationId xmlns:a16="http://schemas.microsoft.com/office/drawing/2014/main" id="{D2231F75-8D65-133C-4998-71566777B7D9}"/>
                  </a:ext>
                </a:extLst>
              </p:cNvPr>
              <p:cNvSpPr/>
              <p:nvPr/>
            </p:nvSpPr>
            <p:spPr>
              <a:xfrm>
                <a:off x="8194148" y="1887229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5" name="Rectangle 153">
                <a:extLst>
                  <a:ext uri="{FF2B5EF4-FFF2-40B4-BE49-F238E27FC236}">
                    <a16:creationId xmlns:a16="http://schemas.microsoft.com/office/drawing/2014/main" id="{4315E8B4-C522-88C1-E49E-792FBFEF93F9}"/>
                  </a:ext>
                </a:extLst>
              </p:cNvPr>
              <p:cNvSpPr/>
              <p:nvPr/>
            </p:nvSpPr>
            <p:spPr>
              <a:xfrm>
                <a:off x="8505068" y="1887229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6" name="Rectangle 24">
                <a:extLst>
                  <a:ext uri="{FF2B5EF4-FFF2-40B4-BE49-F238E27FC236}">
                    <a16:creationId xmlns:a16="http://schemas.microsoft.com/office/drawing/2014/main" id="{F4782B4F-5039-393E-5B72-1BED5E784899}"/>
                  </a:ext>
                </a:extLst>
              </p:cNvPr>
              <p:cNvSpPr/>
              <p:nvPr/>
            </p:nvSpPr>
            <p:spPr>
              <a:xfrm>
                <a:off x="8990545" y="1887229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7" name="Rectangle 153">
                <a:extLst>
                  <a:ext uri="{FF2B5EF4-FFF2-40B4-BE49-F238E27FC236}">
                    <a16:creationId xmlns:a16="http://schemas.microsoft.com/office/drawing/2014/main" id="{1CB5DDA6-41B3-B359-FAE2-4A5BC248190C}"/>
                  </a:ext>
                </a:extLst>
              </p:cNvPr>
              <p:cNvSpPr/>
              <p:nvPr/>
            </p:nvSpPr>
            <p:spPr>
              <a:xfrm>
                <a:off x="9301465" y="1887229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38" name="直線矢印コネクタ 337">
                <a:extLst>
                  <a:ext uri="{FF2B5EF4-FFF2-40B4-BE49-F238E27FC236}">
                    <a16:creationId xmlns:a16="http://schemas.microsoft.com/office/drawing/2014/main" id="{C6A56867-AE33-8524-4ABB-5F11F4D329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70929" y="2175065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39" name="直線矢印コネクタ 338">
                <a:extLst>
                  <a:ext uri="{FF2B5EF4-FFF2-40B4-BE49-F238E27FC236}">
                    <a16:creationId xmlns:a16="http://schemas.microsoft.com/office/drawing/2014/main" id="{DB814CE2-ABCC-5CA1-B3C9-26FE1EE6E5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67723" y="2181563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40" name="直線矢印コネクタ 339">
                <a:extLst>
                  <a:ext uri="{FF2B5EF4-FFF2-40B4-BE49-F238E27FC236}">
                    <a16:creationId xmlns:a16="http://schemas.microsoft.com/office/drawing/2014/main" id="{E3606C76-3B21-0020-9231-5450018D79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0401" y="2175065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41" name="直線矢印コネクタ 340">
                <a:extLst>
                  <a:ext uri="{FF2B5EF4-FFF2-40B4-BE49-F238E27FC236}">
                    <a16:creationId xmlns:a16="http://schemas.microsoft.com/office/drawing/2014/main" id="{88F58055-9902-BE45-ACFB-00530155F0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58783" y="2181563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13B3B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42" name="直線矢印コネクタ 341">
                <a:extLst>
                  <a:ext uri="{FF2B5EF4-FFF2-40B4-BE49-F238E27FC236}">
                    <a16:creationId xmlns:a16="http://schemas.microsoft.com/office/drawing/2014/main" id="{38683DEB-DC95-8CF7-2BA2-B3790ECCBD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53591" y="2174593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13B3B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43" name="直線矢印コネクタ 342">
                <a:extLst>
                  <a:ext uri="{FF2B5EF4-FFF2-40B4-BE49-F238E27FC236}">
                    <a16:creationId xmlns:a16="http://schemas.microsoft.com/office/drawing/2014/main" id="{C395F3D9-EDAB-061A-AC05-701E4F2178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50533" y="2181563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44" name="直線矢印コネクタ 343">
                <a:extLst>
                  <a:ext uri="{FF2B5EF4-FFF2-40B4-BE49-F238E27FC236}">
                    <a16:creationId xmlns:a16="http://schemas.microsoft.com/office/drawing/2014/main" id="{217FE32A-CC26-1CE9-EC82-A9EB46EB5B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78135" y="2604032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45" name="直線矢印コネクタ 344">
                <a:extLst>
                  <a:ext uri="{FF2B5EF4-FFF2-40B4-BE49-F238E27FC236}">
                    <a16:creationId xmlns:a16="http://schemas.microsoft.com/office/drawing/2014/main" id="{20FB4F91-364B-35A8-84BA-BAAD845DC4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74929" y="2610530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46" name="直線矢印コネクタ 345">
                <a:extLst>
                  <a:ext uri="{FF2B5EF4-FFF2-40B4-BE49-F238E27FC236}">
                    <a16:creationId xmlns:a16="http://schemas.microsoft.com/office/drawing/2014/main" id="{43931BE3-D850-BF7F-2317-49008D4AB4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70929" y="2599457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47" name="直線矢印コネクタ 346">
                <a:extLst>
                  <a:ext uri="{FF2B5EF4-FFF2-40B4-BE49-F238E27FC236}">
                    <a16:creationId xmlns:a16="http://schemas.microsoft.com/office/drawing/2014/main" id="{06C38EA6-E12C-E12C-C17F-73AC04A7E8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67723" y="2605955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48" name="直線矢印コネクタ 347">
                <a:extLst>
                  <a:ext uri="{FF2B5EF4-FFF2-40B4-BE49-F238E27FC236}">
                    <a16:creationId xmlns:a16="http://schemas.microsoft.com/office/drawing/2014/main" id="{109F9AE6-AD84-EC16-B865-D1792BF251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0401" y="2599457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49" name="直線矢印コネクタ 348">
                <a:extLst>
                  <a:ext uri="{FF2B5EF4-FFF2-40B4-BE49-F238E27FC236}">
                    <a16:creationId xmlns:a16="http://schemas.microsoft.com/office/drawing/2014/main" id="{85D8B696-70E2-7CA7-2C92-730E061507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57195" y="2605955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13B3B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50" name="直線矢印コネクタ 349">
                <a:extLst>
                  <a:ext uri="{FF2B5EF4-FFF2-40B4-BE49-F238E27FC236}">
                    <a16:creationId xmlns:a16="http://schemas.microsoft.com/office/drawing/2014/main" id="{9B8776A3-F264-07EE-0A66-B11FC7E93E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53739" y="2599457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13B3B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51" name="直線矢印コネクタ 350">
                <a:extLst>
                  <a:ext uri="{FF2B5EF4-FFF2-40B4-BE49-F238E27FC236}">
                    <a16:creationId xmlns:a16="http://schemas.microsoft.com/office/drawing/2014/main" id="{5BD66154-B933-9997-0CC7-40D37E1220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48945" y="2605955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52" name="直線矢印コネクタ 351">
                <a:extLst>
                  <a:ext uri="{FF2B5EF4-FFF2-40B4-BE49-F238E27FC236}">
                    <a16:creationId xmlns:a16="http://schemas.microsoft.com/office/drawing/2014/main" id="{D9A82655-EBEF-593F-A3A8-B02828C919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78135" y="3021015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53" name="直線矢印コネクタ 352">
                <a:extLst>
                  <a:ext uri="{FF2B5EF4-FFF2-40B4-BE49-F238E27FC236}">
                    <a16:creationId xmlns:a16="http://schemas.microsoft.com/office/drawing/2014/main" id="{3F8FDEAD-B67B-EA95-E897-EF5808071E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74929" y="3027513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54" name="直線矢印コネクタ 353">
                <a:extLst>
                  <a:ext uri="{FF2B5EF4-FFF2-40B4-BE49-F238E27FC236}">
                    <a16:creationId xmlns:a16="http://schemas.microsoft.com/office/drawing/2014/main" id="{3306ACDC-D388-191E-4F42-DA8B571C31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70929" y="3016440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55" name="直線矢印コネクタ 354">
                <a:extLst>
                  <a:ext uri="{FF2B5EF4-FFF2-40B4-BE49-F238E27FC236}">
                    <a16:creationId xmlns:a16="http://schemas.microsoft.com/office/drawing/2014/main" id="{6B391A45-2411-5585-672E-46CD1CAEA8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67723" y="3022938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56" name="直線矢印コネクタ 355">
                <a:extLst>
                  <a:ext uri="{FF2B5EF4-FFF2-40B4-BE49-F238E27FC236}">
                    <a16:creationId xmlns:a16="http://schemas.microsoft.com/office/drawing/2014/main" id="{43C69212-1A7E-D380-BC0C-04244B05ED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0401" y="3016440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57" name="直線矢印コネクタ 356">
                <a:extLst>
                  <a:ext uri="{FF2B5EF4-FFF2-40B4-BE49-F238E27FC236}">
                    <a16:creationId xmlns:a16="http://schemas.microsoft.com/office/drawing/2014/main" id="{1AF66F66-D9BA-C364-AA34-5425ECCA7C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59312" y="3022938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13B3B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58" name="直線矢印コネクタ 357">
                <a:extLst>
                  <a:ext uri="{FF2B5EF4-FFF2-40B4-BE49-F238E27FC236}">
                    <a16:creationId xmlns:a16="http://schemas.microsoft.com/office/drawing/2014/main" id="{C32B4A72-8112-E3BC-3A33-9966946946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54268" y="3016440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13B3B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59" name="直線矢印コネクタ 358">
                <a:extLst>
                  <a:ext uri="{FF2B5EF4-FFF2-40B4-BE49-F238E27FC236}">
                    <a16:creationId xmlns:a16="http://schemas.microsoft.com/office/drawing/2014/main" id="{3AEDA77E-3FFC-F62B-648A-9EA144AC0B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48945" y="3022938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60" name="直線矢印コネクタ 359">
                <a:extLst>
                  <a:ext uri="{FF2B5EF4-FFF2-40B4-BE49-F238E27FC236}">
                    <a16:creationId xmlns:a16="http://schemas.microsoft.com/office/drawing/2014/main" id="{BBD41A14-C7BE-B6D4-EE98-8E3C703B77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78135" y="3443484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61" name="直線矢印コネクタ 360">
                <a:extLst>
                  <a:ext uri="{FF2B5EF4-FFF2-40B4-BE49-F238E27FC236}">
                    <a16:creationId xmlns:a16="http://schemas.microsoft.com/office/drawing/2014/main" id="{DBEBBF6E-B75C-EBC3-B137-2CD722ADFF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74929" y="3449982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62" name="直線矢印コネクタ 361">
                <a:extLst>
                  <a:ext uri="{FF2B5EF4-FFF2-40B4-BE49-F238E27FC236}">
                    <a16:creationId xmlns:a16="http://schemas.microsoft.com/office/drawing/2014/main" id="{E4E09A74-C2EF-8879-F513-32EB143DB9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70929" y="3438909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63" name="直線矢印コネクタ 362">
                <a:extLst>
                  <a:ext uri="{FF2B5EF4-FFF2-40B4-BE49-F238E27FC236}">
                    <a16:creationId xmlns:a16="http://schemas.microsoft.com/office/drawing/2014/main" id="{601E568D-93AE-97BF-7778-95F1B9E03D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67723" y="3445407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64" name="直線矢印コネクタ 363">
                <a:extLst>
                  <a:ext uri="{FF2B5EF4-FFF2-40B4-BE49-F238E27FC236}">
                    <a16:creationId xmlns:a16="http://schemas.microsoft.com/office/drawing/2014/main" id="{10F68C5F-4122-3D3E-F90C-F63DC6DF9D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0401" y="3438909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13B3B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65" name="直線矢印コネクタ 364">
                <a:extLst>
                  <a:ext uri="{FF2B5EF4-FFF2-40B4-BE49-F238E27FC236}">
                    <a16:creationId xmlns:a16="http://schemas.microsoft.com/office/drawing/2014/main" id="{1F8DDB2D-2CB1-4121-33D5-B91F357354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59312" y="3445407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13B3B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66" name="直線矢印コネクタ 365">
                <a:extLst>
                  <a:ext uri="{FF2B5EF4-FFF2-40B4-BE49-F238E27FC236}">
                    <a16:creationId xmlns:a16="http://schemas.microsoft.com/office/drawing/2014/main" id="{4F5C6237-95EE-01F6-DEA3-7255069F68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54268" y="3438909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13B3B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67" name="直線矢印コネクタ 366">
                <a:extLst>
                  <a:ext uri="{FF2B5EF4-FFF2-40B4-BE49-F238E27FC236}">
                    <a16:creationId xmlns:a16="http://schemas.microsoft.com/office/drawing/2014/main" id="{F844F634-8702-DE6C-7614-BFF1F70D89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48945" y="3445407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68" name="直線矢印コネクタ 367">
                <a:extLst>
                  <a:ext uri="{FF2B5EF4-FFF2-40B4-BE49-F238E27FC236}">
                    <a16:creationId xmlns:a16="http://schemas.microsoft.com/office/drawing/2014/main" id="{0B1C7BBA-3FB9-C0C5-1F6E-9DEE1214C2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78408" y="3854904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69" name="直線矢印コネクタ 368">
                <a:extLst>
                  <a:ext uri="{FF2B5EF4-FFF2-40B4-BE49-F238E27FC236}">
                    <a16:creationId xmlns:a16="http://schemas.microsoft.com/office/drawing/2014/main" id="{4AA6659C-D3DA-DE02-CDB6-EA6C217F52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75202" y="3861402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70" name="直線矢印コネクタ 369">
                <a:extLst>
                  <a:ext uri="{FF2B5EF4-FFF2-40B4-BE49-F238E27FC236}">
                    <a16:creationId xmlns:a16="http://schemas.microsoft.com/office/drawing/2014/main" id="{7F857639-8814-0A30-CCB8-8DD4AE9684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71202" y="3850329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71" name="直線矢印コネクタ 370">
                <a:extLst>
                  <a:ext uri="{FF2B5EF4-FFF2-40B4-BE49-F238E27FC236}">
                    <a16:creationId xmlns:a16="http://schemas.microsoft.com/office/drawing/2014/main" id="{3D4B613D-18EF-23BC-CDF0-7D295017E6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67996" y="3856827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13B3B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72" name="直線矢印コネクタ 371">
                <a:extLst>
                  <a:ext uri="{FF2B5EF4-FFF2-40B4-BE49-F238E27FC236}">
                    <a16:creationId xmlns:a16="http://schemas.microsoft.com/office/drawing/2014/main" id="{1E0C6805-3385-4464-05FF-99CE92291E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0674" y="3850329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13B3B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73" name="直線矢印コネクタ 372">
                <a:extLst>
                  <a:ext uri="{FF2B5EF4-FFF2-40B4-BE49-F238E27FC236}">
                    <a16:creationId xmlns:a16="http://schemas.microsoft.com/office/drawing/2014/main" id="{62810E5A-53F3-B3C1-301A-81C0050DB8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59585" y="3856827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13B3B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74" name="直線矢印コネクタ 373">
                <a:extLst>
                  <a:ext uri="{FF2B5EF4-FFF2-40B4-BE49-F238E27FC236}">
                    <a16:creationId xmlns:a16="http://schemas.microsoft.com/office/drawing/2014/main" id="{CBBAE8E6-4E58-C7BB-41BB-A1D246BA46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54541" y="3850329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13B3B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75" name="直線矢印コネクタ 374">
                <a:extLst>
                  <a:ext uri="{FF2B5EF4-FFF2-40B4-BE49-F238E27FC236}">
                    <a16:creationId xmlns:a16="http://schemas.microsoft.com/office/drawing/2014/main" id="{A0712129-E0E4-1000-5FF2-468EB8D920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49218" y="3856827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76" name="直線矢印コネクタ 375">
                <a:extLst>
                  <a:ext uri="{FF2B5EF4-FFF2-40B4-BE49-F238E27FC236}">
                    <a16:creationId xmlns:a16="http://schemas.microsoft.com/office/drawing/2014/main" id="{41B215EE-89FF-F454-36B7-2E02D0370B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78135" y="4277373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77" name="直線矢印コネクタ 376">
                <a:extLst>
                  <a:ext uri="{FF2B5EF4-FFF2-40B4-BE49-F238E27FC236}">
                    <a16:creationId xmlns:a16="http://schemas.microsoft.com/office/drawing/2014/main" id="{22F838EC-3700-A494-5FB8-762E277483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74929" y="4283871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78" name="直線矢印コネクタ 377">
                <a:extLst>
                  <a:ext uri="{FF2B5EF4-FFF2-40B4-BE49-F238E27FC236}">
                    <a16:creationId xmlns:a16="http://schemas.microsoft.com/office/drawing/2014/main" id="{7A85C7CB-170F-D50D-ED80-F0C97B6F2E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70929" y="4272798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79" name="直線矢印コネクタ 378">
                <a:extLst>
                  <a:ext uri="{FF2B5EF4-FFF2-40B4-BE49-F238E27FC236}">
                    <a16:creationId xmlns:a16="http://schemas.microsoft.com/office/drawing/2014/main" id="{F58FB990-6562-5568-4CA6-69DA98F214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67723" y="4279296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13B3B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80" name="直線矢印コネクタ 379">
                <a:extLst>
                  <a:ext uri="{FF2B5EF4-FFF2-40B4-BE49-F238E27FC236}">
                    <a16:creationId xmlns:a16="http://schemas.microsoft.com/office/drawing/2014/main" id="{51BB7333-EBA2-1961-8245-CE9BFFFD55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0401" y="4272798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13B3B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81" name="直線矢印コネクタ 380">
                <a:extLst>
                  <a:ext uri="{FF2B5EF4-FFF2-40B4-BE49-F238E27FC236}">
                    <a16:creationId xmlns:a16="http://schemas.microsoft.com/office/drawing/2014/main" id="{AA745290-133B-0794-D143-FFBAF10087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59312" y="4279296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13B3B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82" name="直線矢印コネクタ 381">
                <a:extLst>
                  <a:ext uri="{FF2B5EF4-FFF2-40B4-BE49-F238E27FC236}">
                    <a16:creationId xmlns:a16="http://schemas.microsoft.com/office/drawing/2014/main" id="{D3751282-900D-8F97-322E-7DEE15735B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54268" y="4272798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13B3B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83" name="直線矢印コネクタ 382">
                <a:extLst>
                  <a:ext uri="{FF2B5EF4-FFF2-40B4-BE49-F238E27FC236}">
                    <a16:creationId xmlns:a16="http://schemas.microsoft.com/office/drawing/2014/main" id="{FFF6A800-69B5-412F-0AAB-53ECF00C92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48945" y="4279296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84" name="直線矢印コネクタ 383">
                <a:extLst>
                  <a:ext uri="{FF2B5EF4-FFF2-40B4-BE49-F238E27FC236}">
                    <a16:creationId xmlns:a16="http://schemas.microsoft.com/office/drawing/2014/main" id="{7F91C164-0196-43D2-2307-3436EC07C1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78135" y="4696279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85" name="直線矢印コネクタ 384">
                <a:extLst>
                  <a:ext uri="{FF2B5EF4-FFF2-40B4-BE49-F238E27FC236}">
                    <a16:creationId xmlns:a16="http://schemas.microsoft.com/office/drawing/2014/main" id="{38F02D47-7E36-52D8-B657-D08C271C4A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74929" y="4702777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86" name="直線矢印コネクタ 385">
                <a:extLst>
                  <a:ext uri="{FF2B5EF4-FFF2-40B4-BE49-F238E27FC236}">
                    <a16:creationId xmlns:a16="http://schemas.microsoft.com/office/drawing/2014/main" id="{01B7D67A-DA7C-D1CA-CD9B-9E8D163872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72517" y="4691704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87" name="直線矢印コネクタ 386">
                <a:extLst>
                  <a:ext uri="{FF2B5EF4-FFF2-40B4-BE49-F238E27FC236}">
                    <a16:creationId xmlns:a16="http://schemas.microsoft.com/office/drawing/2014/main" id="{A6005EEE-FA5D-8EDE-C775-A314AA03E7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67723" y="4698202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13B3B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88" name="直線矢印コネクタ 387">
                <a:extLst>
                  <a:ext uri="{FF2B5EF4-FFF2-40B4-BE49-F238E27FC236}">
                    <a16:creationId xmlns:a16="http://schemas.microsoft.com/office/drawing/2014/main" id="{8ACFFAB6-8855-60CC-B50C-E9334513F7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0401" y="4691704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13B3B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89" name="直線矢印コネクタ 388">
                <a:extLst>
                  <a:ext uri="{FF2B5EF4-FFF2-40B4-BE49-F238E27FC236}">
                    <a16:creationId xmlns:a16="http://schemas.microsoft.com/office/drawing/2014/main" id="{C788ED5A-8519-9456-0FCA-8BA248E871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57195" y="4698202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13B3B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90" name="直線矢印コネクタ 389">
                <a:extLst>
                  <a:ext uri="{FF2B5EF4-FFF2-40B4-BE49-F238E27FC236}">
                    <a16:creationId xmlns:a16="http://schemas.microsoft.com/office/drawing/2014/main" id="{9E548A76-246B-22AE-277A-A51FF45F3F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54268" y="4691704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13B3B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91" name="直線矢印コネクタ 390">
                <a:extLst>
                  <a:ext uri="{FF2B5EF4-FFF2-40B4-BE49-F238E27FC236}">
                    <a16:creationId xmlns:a16="http://schemas.microsoft.com/office/drawing/2014/main" id="{6AB75E8C-B089-20E1-EF10-9B717A6211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48945" y="4698202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92" name="直線矢印コネクタ 391">
                <a:extLst>
                  <a:ext uri="{FF2B5EF4-FFF2-40B4-BE49-F238E27FC236}">
                    <a16:creationId xmlns:a16="http://schemas.microsoft.com/office/drawing/2014/main" id="{A788CBF3-AC92-9F7A-0376-B73D7127B0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78531" y="5125246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93" name="直線矢印コネクタ 392">
                <a:extLst>
                  <a:ext uri="{FF2B5EF4-FFF2-40B4-BE49-F238E27FC236}">
                    <a16:creationId xmlns:a16="http://schemas.microsoft.com/office/drawing/2014/main" id="{85EAF9D5-A69E-1F04-90AB-150C121D8C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75325" y="5131744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94" name="直線矢印コネクタ 393">
                <a:extLst>
                  <a:ext uri="{FF2B5EF4-FFF2-40B4-BE49-F238E27FC236}">
                    <a16:creationId xmlns:a16="http://schemas.microsoft.com/office/drawing/2014/main" id="{12D81F4F-B744-8AB3-CCF6-CF13E0A6FB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71325" y="5120671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95" name="直線矢印コネクタ 394">
                <a:extLst>
                  <a:ext uri="{FF2B5EF4-FFF2-40B4-BE49-F238E27FC236}">
                    <a16:creationId xmlns:a16="http://schemas.microsoft.com/office/drawing/2014/main" id="{388B4636-5A17-5BB0-580F-0CE1F4A902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68119" y="5127169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13B3B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96" name="直線矢印コネクタ 395">
                <a:extLst>
                  <a:ext uri="{FF2B5EF4-FFF2-40B4-BE49-F238E27FC236}">
                    <a16:creationId xmlns:a16="http://schemas.microsoft.com/office/drawing/2014/main" id="{85872C56-8DF6-DE9C-62EA-619E361906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0797" y="5120671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13B3B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97" name="直線矢印コネクタ 396">
                <a:extLst>
                  <a:ext uri="{FF2B5EF4-FFF2-40B4-BE49-F238E27FC236}">
                    <a16:creationId xmlns:a16="http://schemas.microsoft.com/office/drawing/2014/main" id="{24DBAEB0-33F3-E5E8-554D-F778B63076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57591" y="5127169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13B3B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cxnSp>
            <p:nvCxnSpPr>
              <p:cNvPr id="398" name="直線矢印コネクタ 397">
                <a:extLst>
                  <a:ext uri="{FF2B5EF4-FFF2-40B4-BE49-F238E27FC236}">
                    <a16:creationId xmlns:a16="http://schemas.microsoft.com/office/drawing/2014/main" id="{E56AE00A-DD02-3007-C459-496ED04AE9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55722" y="5120671"/>
                <a:ext cx="0" cy="13070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13B3B"/>
                </a:solidFill>
                <a:prstDash val="solid"/>
                <a:miter lim="800000"/>
                <a:tailEnd type="triangle" w="med" len="sm"/>
              </a:ln>
              <a:effectLst/>
            </p:spPr>
          </p:cxnSp>
          <p:sp>
            <p:nvSpPr>
              <p:cNvPr id="399" name="Rectangle 24">
                <a:extLst>
                  <a:ext uri="{FF2B5EF4-FFF2-40B4-BE49-F238E27FC236}">
                    <a16:creationId xmlns:a16="http://schemas.microsoft.com/office/drawing/2014/main" id="{13C22B49-9517-AA34-943A-6E593E8EC427}"/>
                  </a:ext>
                </a:extLst>
              </p:cNvPr>
              <p:cNvSpPr/>
              <p:nvPr/>
            </p:nvSpPr>
            <p:spPr>
              <a:xfrm>
                <a:off x="4212163" y="2306440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0" name="Rectangle 153">
                <a:extLst>
                  <a:ext uri="{FF2B5EF4-FFF2-40B4-BE49-F238E27FC236}">
                    <a16:creationId xmlns:a16="http://schemas.microsoft.com/office/drawing/2014/main" id="{A15F4FF7-4CF1-F44E-817C-77B0A2347636}"/>
                  </a:ext>
                </a:extLst>
              </p:cNvPr>
              <p:cNvSpPr/>
              <p:nvPr/>
            </p:nvSpPr>
            <p:spPr>
              <a:xfrm>
                <a:off x="4523083" y="2306440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1" name="Rectangle 24">
                <a:extLst>
                  <a:ext uri="{FF2B5EF4-FFF2-40B4-BE49-F238E27FC236}">
                    <a16:creationId xmlns:a16="http://schemas.microsoft.com/office/drawing/2014/main" id="{CE056910-0081-43A7-0156-587C45E59602}"/>
                  </a:ext>
                </a:extLst>
              </p:cNvPr>
              <p:cNvSpPr/>
              <p:nvPr/>
            </p:nvSpPr>
            <p:spPr>
              <a:xfrm>
                <a:off x="5008560" y="2306440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2" name="Rectangle 153">
                <a:extLst>
                  <a:ext uri="{FF2B5EF4-FFF2-40B4-BE49-F238E27FC236}">
                    <a16:creationId xmlns:a16="http://schemas.microsoft.com/office/drawing/2014/main" id="{AAB29BFE-5D97-7759-8D5A-B96C9805D150}"/>
                  </a:ext>
                </a:extLst>
              </p:cNvPr>
              <p:cNvSpPr/>
              <p:nvPr/>
            </p:nvSpPr>
            <p:spPr>
              <a:xfrm>
                <a:off x="5319480" y="2306440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3" name="Rectangle 24">
                <a:extLst>
                  <a:ext uri="{FF2B5EF4-FFF2-40B4-BE49-F238E27FC236}">
                    <a16:creationId xmlns:a16="http://schemas.microsoft.com/office/drawing/2014/main" id="{B635FFCD-571C-A4BD-E1CC-0928B32BBD11}"/>
                  </a:ext>
                </a:extLst>
              </p:cNvPr>
              <p:cNvSpPr/>
              <p:nvPr/>
            </p:nvSpPr>
            <p:spPr>
              <a:xfrm>
                <a:off x="5804957" y="2306440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4" name="Rectangle 153">
                <a:extLst>
                  <a:ext uri="{FF2B5EF4-FFF2-40B4-BE49-F238E27FC236}">
                    <a16:creationId xmlns:a16="http://schemas.microsoft.com/office/drawing/2014/main" id="{21B2F1CC-9B32-610B-720D-764BDB86FC2B}"/>
                  </a:ext>
                </a:extLst>
              </p:cNvPr>
              <p:cNvSpPr/>
              <p:nvPr/>
            </p:nvSpPr>
            <p:spPr>
              <a:xfrm>
                <a:off x="6115877" y="2306440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5" name="Rectangle 24">
                <a:extLst>
                  <a:ext uri="{FF2B5EF4-FFF2-40B4-BE49-F238E27FC236}">
                    <a16:creationId xmlns:a16="http://schemas.microsoft.com/office/drawing/2014/main" id="{E6EB31C8-B06E-C065-CEFD-21CE8AF860C5}"/>
                  </a:ext>
                </a:extLst>
              </p:cNvPr>
              <p:cNvSpPr/>
              <p:nvPr/>
            </p:nvSpPr>
            <p:spPr>
              <a:xfrm>
                <a:off x="6599074" y="2306440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6" name="Rectangle 153">
                <a:extLst>
                  <a:ext uri="{FF2B5EF4-FFF2-40B4-BE49-F238E27FC236}">
                    <a16:creationId xmlns:a16="http://schemas.microsoft.com/office/drawing/2014/main" id="{A857EC83-0ECC-6240-E134-6D35A4A66438}"/>
                  </a:ext>
                </a:extLst>
              </p:cNvPr>
              <p:cNvSpPr/>
              <p:nvPr/>
            </p:nvSpPr>
            <p:spPr>
              <a:xfrm>
                <a:off x="6909994" y="2306440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7" name="Rectangle 24">
                <a:extLst>
                  <a:ext uri="{FF2B5EF4-FFF2-40B4-BE49-F238E27FC236}">
                    <a16:creationId xmlns:a16="http://schemas.microsoft.com/office/drawing/2014/main" id="{57C2E805-2E2B-B5F6-897D-254903687D39}"/>
                  </a:ext>
                </a:extLst>
              </p:cNvPr>
              <p:cNvSpPr/>
              <p:nvPr/>
            </p:nvSpPr>
            <p:spPr>
              <a:xfrm>
                <a:off x="7395471" y="2306440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8" name="Rectangle 153">
                <a:extLst>
                  <a:ext uri="{FF2B5EF4-FFF2-40B4-BE49-F238E27FC236}">
                    <a16:creationId xmlns:a16="http://schemas.microsoft.com/office/drawing/2014/main" id="{26D98148-1D88-913B-B20F-16BB17FD7216}"/>
                  </a:ext>
                </a:extLst>
              </p:cNvPr>
              <p:cNvSpPr/>
              <p:nvPr/>
            </p:nvSpPr>
            <p:spPr>
              <a:xfrm>
                <a:off x="7706391" y="2306440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9" name="Rectangle 24">
                <a:extLst>
                  <a:ext uri="{FF2B5EF4-FFF2-40B4-BE49-F238E27FC236}">
                    <a16:creationId xmlns:a16="http://schemas.microsoft.com/office/drawing/2014/main" id="{1FFD34B8-A643-3153-57F9-97D59D0FAF0F}"/>
                  </a:ext>
                </a:extLst>
              </p:cNvPr>
              <p:cNvSpPr/>
              <p:nvPr/>
            </p:nvSpPr>
            <p:spPr>
              <a:xfrm>
                <a:off x="8191868" y="2306440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0" name="Rectangle 153">
                <a:extLst>
                  <a:ext uri="{FF2B5EF4-FFF2-40B4-BE49-F238E27FC236}">
                    <a16:creationId xmlns:a16="http://schemas.microsoft.com/office/drawing/2014/main" id="{5EB0FABD-5693-62F9-9A86-51D6D399A3B8}"/>
                  </a:ext>
                </a:extLst>
              </p:cNvPr>
              <p:cNvSpPr/>
              <p:nvPr/>
            </p:nvSpPr>
            <p:spPr>
              <a:xfrm>
                <a:off x="8502788" y="2306440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1" name="Rectangle 24">
                <a:extLst>
                  <a:ext uri="{FF2B5EF4-FFF2-40B4-BE49-F238E27FC236}">
                    <a16:creationId xmlns:a16="http://schemas.microsoft.com/office/drawing/2014/main" id="{C501C40C-9A1E-46A4-864A-8CFDD34D895F}"/>
                  </a:ext>
                </a:extLst>
              </p:cNvPr>
              <p:cNvSpPr/>
              <p:nvPr/>
            </p:nvSpPr>
            <p:spPr>
              <a:xfrm>
                <a:off x="8988265" y="2306440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2" name="Rectangle 153">
                <a:extLst>
                  <a:ext uri="{FF2B5EF4-FFF2-40B4-BE49-F238E27FC236}">
                    <a16:creationId xmlns:a16="http://schemas.microsoft.com/office/drawing/2014/main" id="{126A6BC8-135A-FDF5-EE11-302FCEFE48B7}"/>
                  </a:ext>
                </a:extLst>
              </p:cNvPr>
              <p:cNvSpPr/>
              <p:nvPr/>
            </p:nvSpPr>
            <p:spPr>
              <a:xfrm>
                <a:off x="9299185" y="2306440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3" name="Rectangle 24">
                <a:extLst>
                  <a:ext uri="{FF2B5EF4-FFF2-40B4-BE49-F238E27FC236}">
                    <a16:creationId xmlns:a16="http://schemas.microsoft.com/office/drawing/2014/main" id="{0524DD63-6A99-21A4-B19D-B06BE8C8EE49}"/>
                  </a:ext>
                </a:extLst>
              </p:cNvPr>
              <p:cNvSpPr/>
              <p:nvPr/>
            </p:nvSpPr>
            <p:spPr>
              <a:xfrm>
                <a:off x="3415766" y="2306440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4" name="Rectangle 153">
                <a:extLst>
                  <a:ext uri="{FF2B5EF4-FFF2-40B4-BE49-F238E27FC236}">
                    <a16:creationId xmlns:a16="http://schemas.microsoft.com/office/drawing/2014/main" id="{B81F0195-AF75-A82D-7067-8DE87A5E06CA}"/>
                  </a:ext>
                </a:extLst>
              </p:cNvPr>
              <p:cNvSpPr/>
              <p:nvPr/>
            </p:nvSpPr>
            <p:spPr>
              <a:xfrm>
                <a:off x="3726686" y="2306440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5" name="Rectangle 24">
                <a:extLst>
                  <a:ext uri="{FF2B5EF4-FFF2-40B4-BE49-F238E27FC236}">
                    <a16:creationId xmlns:a16="http://schemas.microsoft.com/office/drawing/2014/main" id="{86909D22-EC5A-E96C-A28D-62ED1A96F734}"/>
                  </a:ext>
                </a:extLst>
              </p:cNvPr>
              <p:cNvSpPr/>
              <p:nvPr/>
            </p:nvSpPr>
            <p:spPr>
              <a:xfrm>
                <a:off x="3413486" y="2725651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6" name="Rectangle 153">
                <a:extLst>
                  <a:ext uri="{FF2B5EF4-FFF2-40B4-BE49-F238E27FC236}">
                    <a16:creationId xmlns:a16="http://schemas.microsoft.com/office/drawing/2014/main" id="{1760E886-6066-6B5C-65A6-205E0E18D6CE}"/>
                  </a:ext>
                </a:extLst>
              </p:cNvPr>
              <p:cNvSpPr/>
              <p:nvPr/>
            </p:nvSpPr>
            <p:spPr>
              <a:xfrm>
                <a:off x="3724406" y="2725651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7" name="Rectangle 24">
                <a:extLst>
                  <a:ext uri="{FF2B5EF4-FFF2-40B4-BE49-F238E27FC236}">
                    <a16:creationId xmlns:a16="http://schemas.microsoft.com/office/drawing/2014/main" id="{C9B896FB-BA06-8C12-B49C-0F33616A4574}"/>
                  </a:ext>
                </a:extLst>
              </p:cNvPr>
              <p:cNvSpPr/>
              <p:nvPr/>
            </p:nvSpPr>
            <p:spPr>
              <a:xfrm>
                <a:off x="3411206" y="3144862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8" name="Rectangle 153">
                <a:extLst>
                  <a:ext uri="{FF2B5EF4-FFF2-40B4-BE49-F238E27FC236}">
                    <a16:creationId xmlns:a16="http://schemas.microsoft.com/office/drawing/2014/main" id="{703B639C-9A8F-8AC9-3F68-538B8F10062D}"/>
                  </a:ext>
                </a:extLst>
              </p:cNvPr>
              <p:cNvSpPr/>
              <p:nvPr/>
            </p:nvSpPr>
            <p:spPr>
              <a:xfrm>
                <a:off x="3722126" y="3144862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9" name="Rectangle 24">
                <a:extLst>
                  <a:ext uri="{FF2B5EF4-FFF2-40B4-BE49-F238E27FC236}">
                    <a16:creationId xmlns:a16="http://schemas.microsoft.com/office/drawing/2014/main" id="{30C850AF-EB35-EC10-D95E-DC312C26FC91}"/>
                  </a:ext>
                </a:extLst>
              </p:cNvPr>
              <p:cNvSpPr/>
              <p:nvPr/>
            </p:nvSpPr>
            <p:spPr>
              <a:xfrm>
                <a:off x="3415766" y="3564073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0" name="Rectangle 153">
                <a:extLst>
                  <a:ext uri="{FF2B5EF4-FFF2-40B4-BE49-F238E27FC236}">
                    <a16:creationId xmlns:a16="http://schemas.microsoft.com/office/drawing/2014/main" id="{FDEDD913-B7A6-D16E-7F60-825C543E0BFE}"/>
                  </a:ext>
                </a:extLst>
              </p:cNvPr>
              <p:cNvSpPr/>
              <p:nvPr/>
            </p:nvSpPr>
            <p:spPr>
              <a:xfrm>
                <a:off x="3726686" y="3564073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1" name="Rectangle 24">
                <a:extLst>
                  <a:ext uri="{FF2B5EF4-FFF2-40B4-BE49-F238E27FC236}">
                    <a16:creationId xmlns:a16="http://schemas.microsoft.com/office/drawing/2014/main" id="{0946EE77-7C35-B760-A7B6-F617351798D8}"/>
                  </a:ext>
                </a:extLst>
              </p:cNvPr>
              <p:cNvSpPr/>
              <p:nvPr/>
            </p:nvSpPr>
            <p:spPr>
              <a:xfrm>
                <a:off x="3413486" y="3983284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2" name="Rectangle 153">
                <a:extLst>
                  <a:ext uri="{FF2B5EF4-FFF2-40B4-BE49-F238E27FC236}">
                    <a16:creationId xmlns:a16="http://schemas.microsoft.com/office/drawing/2014/main" id="{68953092-CD29-0865-BF84-B6719D29F09A}"/>
                  </a:ext>
                </a:extLst>
              </p:cNvPr>
              <p:cNvSpPr/>
              <p:nvPr/>
            </p:nvSpPr>
            <p:spPr>
              <a:xfrm>
                <a:off x="3724406" y="3983284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3" name="Rectangle 24">
                <a:extLst>
                  <a:ext uri="{FF2B5EF4-FFF2-40B4-BE49-F238E27FC236}">
                    <a16:creationId xmlns:a16="http://schemas.microsoft.com/office/drawing/2014/main" id="{FF0D7E7D-69CE-0EAF-95DD-A1980EAB1D90}"/>
                  </a:ext>
                </a:extLst>
              </p:cNvPr>
              <p:cNvSpPr/>
              <p:nvPr/>
            </p:nvSpPr>
            <p:spPr>
              <a:xfrm>
                <a:off x="3411206" y="4402495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4" name="Rectangle 153">
                <a:extLst>
                  <a:ext uri="{FF2B5EF4-FFF2-40B4-BE49-F238E27FC236}">
                    <a16:creationId xmlns:a16="http://schemas.microsoft.com/office/drawing/2014/main" id="{B9C9907C-B377-50CD-E772-2C86720193C3}"/>
                  </a:ext>
                </a:extLst>
              </p:cNvPr>
              <p:cNvSpPr/>
              <p:nvPr/>
            </p:nvSpPr>
            <p:spPr>
              <a:xfrm>
                <a:off x="3722126" y="4402495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5" name="Rectangle 24">
                <a:extLst>
                  <a:ext uri="{FF2B5EF4-FFF2-40B4-BE49-F238E27FC236}">
                    <a16:creationId xmlns:a16="http://schemas.microsoft.com/office/drawing/2014/main" id="{128FD3B7-3017-0B14-A566-0CC7D23A6B23}"/>
                  </a:ext>
                </a:extLst>
              </p:cNvPr>
              <p:cNvSpPr/>
              <p:nvPr/>
            </p:nvSpPr>
            <p:spPr>
              <a:xfrm>
                <a:off x="3408926" y="4821706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6" name="Rectangle 153">
                <a:extLst>
                  <a:ext uri="{FF2B5EF4-FFF2-40B4-BE49-F238E27FC236}">
                    <a16:creationId xmlns:a16="http://schemas.microsoft.com/office/drawing/2014/main" id="{6BAB5882-2382-C6DF-9C00-6FD4C9D37AB2}"/>
                  </a:ext>
                </a:extLst>
              </p:cNvPr>
              <p:cNvSpPr/>
              <p:nvPr/>
            </p:nvSpPr>
            <p:spPr>
              <a:xfrm>
                <a:off x="3719846" y="4821706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7" name="Rectangle 24">
                <a:extLst>
                  <a:ext uri="{FF2B5EF4-FFF2-40B4-BE49-F238E27FC236}">
                    <a16:creationId xmlns:a16="http://schemas.microsoft.com/office/drawing/2014/main" id="{1FB324BC-E84D-8EA1-B1D0-9858C63A65A9}"/>
                  </a:ext>
                </a:extLst>
              </p:cNvPr>
              <p:cNvSpPr/>
              <p:nvPr/>
            </p:nvSpPr>
            <p:spPr>
              <a:xfrm>
                <a:off x="4209883" y="2725651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8" name="Rectangle 153">
                <a:extLst>
                  <a:ext uri="{FF2B5EF4-FFF2-40B4-BE49-F238E27FC236}">
                    <a16:creationId xmlns:a16="http://schemas.microsoft.com/office/drawing/2014/main" id="{EC81E5C8-4C5A-BA65-7566-32F5A6766476}"/>
                  </a:ext>
                </a:extLst>
              </p:cNvPr>
              <p:cNvSpPr/>
              <p:nvPr/>
            </p:nvSpPr>
            <p:spPr>
              <a:xfrm>
                <a:off x="4520803" y="2725651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9" name="Rectangle 24">
                <a:extLst>
                  <a:ext uri="{FF2B5EF4-FFF2-40B4-BE49-F238E27FC236}">
                    <a16:creationId xmlns:a16="http://schemas.microsoft.com/office/drawing/2014/main" id="{F8EF01C0-0C9B-262A-5CBF-F0776A433996}"/>
                  </a:ext>
                </a:extLst>
              </p:cNvPr>
              <p:cNvSpPr/>
              <p:nvPr/>
            </p:nvSpPr>
            <p:spPr>
              <a:xfrm>
                <a:off x="4207603" y="3144862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0" name="Rectangle 153">
                <a:extLst>
                  <a:ext uri="{FF2B5EF4-FFF2-40B4-BE49-F238E27FC236}">
                    <a16:creationId xmlns:a16="http://schemas.microsoft.com/office/drawing/2014/main" id="{3C18CD8C-C22C-9164-AC03-9C9BBC8D9B9C}"/>
                  </a:ext>
                </a:extLst>
              </p:cNvPr>
              <p:cNvSpPr/>
              <p:nvPr/>
            </p:nvSpPr>
            <p:spPr>
              <a:xfrm>
                <a:off x="4518523" y="3144862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1" name="Rectangle 24">
                <a:extLst>
                  <a:ext uri="{FF2B5EF4-FFF2-40B4-BE49-F238E27FC236}">
                    <a16:creationId xmlns:a16="http://schemas.microsoft.com/office/drawing/2014/main" id="{A89D626B-69EF-C23A-E34D-96E383AE68B8}"/>
                  </a:ext>
                </a:extLst>
              </p:cNvPr>
              <p:cNvSpPr/>
              <p:nvPr/>
            </p:nvSpPr>
            <p:spPr>
              <a:xfrm>
                <a:off x="4212163" y="3564073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2" name="Rectangle 153">
                <a:extLst>
                  <a:ext uri="{FF2B5EF4-FFF2-40B4-BE49-F238E27FC236}">
                    <a16:creationId xmlns:a16="http://schemas.microsoft.com/office/drawing/2014/main" id="{8493FAF3-A88E-7C79-98AA-16A6C0D0E127}"/>
                  </a:ext>
                </a:extLst>
              </p:cNvPr>
              <p:cNvSpPr/>
              <p:nvPr/>
            </p:nvSpPr>
            <p:spPr>
              <a:xfrm>
                <a:off x="4523083" y="3564073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3" name="Rectangle 24">
                <a:extLst>
                  <a:ext uri="{FF2B5EF4-FFF2-40B4-BE49-F238E27FC236}">
                    <a16:creationId xmlns:a16="http://schemas.microsoft.com/office/drawing/2014/main" id="{478643A7-02E6-4751-973F-169E11B5F2DF}"/>
                  </a:ext>
                </a:extLst>
              </p:cNvPr>
              <p:cNvSpPr/>
              <p:nvPr/>
            </p:nvSpPr>
            <p:spPr>
              <a:xfrm>
                <a:off x="4209883" y="3983284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4" name="Rectangle 153">
                <a:extLst>
                  <a:ext uri="{FF2B5EF4-FFF2-40B4-BE49-F238E27FC236}">
                    <a16:creationId xmlns:a16="http://schemas.microsoft.com/office/drawing/2014/main" id="{3F8FD378-C1CA-1C96-3D0D-06C412831C71}"/>
                  </a:ext>
                </a:extLst>
              </p:cNvPr>
              <p:cNvSpPr/>
              <p:nvPr/>
            </p:nvSpPr>
            <p:spPr>
              <a:xfrm>
                <a:off x="4520803" y="3983284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5" name="Rectangle 24">
                <a:extLst>
                  <a:ext uri="{FF2B5EF4-FFF2-40B4-BE49-F238E27FC236}">
                    <a16:creationId xmlns:a16="http://schemas.microsoft.com/office/drawing/2014/main" id="{458DF411-D863-19B0-0AC6-08A065902504}"/>
                  </a:ext>
                </a:extLst>
              </p:cNvPr>
              <p:cNvSpPr/>
              <p:nvPr/>
            </p:nvSpPr>
            <p:spPr>
              <a:xfrm>
                <a:off x="4207603" y="4402495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6" name="Rectangle 153">
                <a:extLst>
                  <a:ext uri="{FF2B5EF4-FFF2-40B4-BE49-F238E27FC236}">
                    <a16:creationId xmlns:a16="http://schemas.microsoft.com/office/drawing/2014/main" id="{878CD8B2-6890-B3A4-32A4-964026ADA150}"/>
                  </a:ext>
                </a:extLst>
              </p:cNvPr>
              <p:cNvSpPr/>
              <p:nvPr/>
            </p:nvSpPr>
            <p:spPr>
              <a:xfrm>
                <a:off x="4518523" y="4402495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7" name="Rectangle 24">
                <a:extLst>
                  <a:ext uri="{FF2B5EF4-FFF2-40B4-BE49-F238E27FC236}">
                    <a16:creationId xmlns:a16="http://schemas.microsoft.com/office/drawing/2014/main" id="{F8BF4AD5-1D31-D9AB-DF9D-980482711723}"/>
                  </a:ext>
                </a:extLst>
              </p:cNvPr>
              <p:cNvSpPr/>
              <p:nvPr/>
            </p:nvSpPr>
            <p:spPr>
              <a:xfrm>
                <a:off x="4205323" y="4821706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8" name="Rectangle 153">
                <a:extLst>
                  <a:ext uri="{FF2B5EF4-FFF2-40B4-BE49-F238E27FC236}">
                    <a16:creationId xmlns:a16="http://schemas.microsoft.com/office/drawing/2014/main" id="{DF94E16E-DE08-4E44-FB29-B37223B0EDA8}"/>
                  </a:ext>
                </a:extLst>
              </p:cNvPr>
              <p:cNvSpPr/>
              <p:nvPr/>
            </p:nvSpPr>
            <p:spPr>
              <a:xfrm>
                <a:off x="4516243" y="4821706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9" name="Rectangle 24">
                <a:extLst>
                  <a:ext uri="{FF2B5EF4-FFF2-40B4-BE49-F238E27FC236}">
                    <a16:creationId xmlns:a16="http://schemas.microsoft.com/office/drawing/2014/main" id="{391DCFD3-93E4-972F-4241-45B6F57CF68B}"/>
                  </a:ext>
                </a:extLst>
              </p:cNvPr>
              <p:cNvSpPr/>
              <p:nvPr/>
            </p:nvSpPr>
            <p:spPr>
              <a:xfrm>
                <a:off x="5006280" y="2725651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0" name="Rectangle 153">
                <a:extLst>
                  <a:ext uri="{FF2B5EF4-FFF2-40B4-BE49-F238E27FC236}">
                    <a16:creationId xmlns:a16="http://schemas.microsoft.com/office/drawing/2014/main" id="{5B0DF2AE-D81E-76F2-6A85-67C03C6CCA52}"/>
                  </a:ext>
                </a:extLst>
              </p:cNvPr>
              <p:cNvSpPr/>
              <p:nvPr/>
            </p:nvSpPr>
            <p:spPr>
              <a:xfrm>
                <a:off x="5317200" y="2725651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1" name="Rectangle 24">
                <a:extLst>
                  <a:ext uri="{FF2B5EF4-FFF2-40B4-BE49-F238E27FC236}">
                    <a16:creationId xmlns:a16="http://schemas.microsoft.com/office/drawing/2014/main" id="{220F0A23-1135-1A3B-C93F-54CFF37B8F09}"/>
                  </a:ext>
                </a:extLst>
              </p:cNvPr>
              <p:cNvSpPr/>
              <p:nvPr/>
            </p:nvSpPr>
            <p:spPr>
              <a:xfrm>
                <a:off x="5004000" y="3144862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2" name="Rectangle 153">
                <a:extLst>
                  <a:ext uri="{FF2B5EF4-FFF2-40B4-BE49-F238E27FC236}">
                    <a16:creationId xmlns:a16="http://schemas.microsoft.com/office/drawing/2014/main" id="{76259624-74E7-9048-63D5-C3E494173777}"/>
                  </a:ext>
                </a:extLst>
              </p:cNvPr>
              <p:cNvSpPr/>
              <p:nvPr/>
            </p:nvSpPr>
            <p:spPr>
              <a:xfrm>
                <a:off x="5314920" y="3144862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3" name="Rectangle 24">
                <a:extLst>
                  <a:ext uri="{FF2B5EF4-FFF2-40B4-BE49-F238E27FC236}">
                    <a16:creationId xmlns:a16="http://schemas.microsoft.com/office/drawing/2014/main" id="{C2E351D0-0F39-53C5-BA22-E472D6821C49}"/>
                  </a:ext>
                </a:extLst>
              </p:cNvPr>
              <p:cNvSpPr/>
              <p:nvPr/>
            </p:nvSpPr>
            <p:spPr>
              <a:xfrm>
                <a:off x="5008560" y="3564073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4" name="Rectangle 153">
                <a:extLst>
                  <a:ext uri="{FF2B5EF4-FFF2-40B4-BE49-F238E27FC236}">
                    <a16:creationId xmlns:a16="http://schemas.microsoft.com/office/drawing/2014/main" id="{E0E42BEB-6EDC-4909-C40F-0F27E387A306}"/>
                  </a:ext>
                </a:extLst>
              </p:cNvPr>
              <p:cNvSpPr/>
              <p:nvPr/>
            </p:nvSpPr>
            <p:spPr>
              <a:xfrm>
                <a:off x="5319480" y="3564073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5" name="Rectangle 24">
                <a:extLst>
                  <a:ext uri="{FF2B5EF4-FFF2-40B4-BE49-F238E27FC236}">
                    <a16:creationId xmlns:a16="http://schemas.microsoft.com/office/drawing/2014/main" id="{8E1BCDA3-CAB7-64C0-8F95-A3E60D6638EF}"/>
                  </a:ext>
                </a:extLst>
              </p:cNvPr>
              <p:cNvSpPr/>
              <p:nvPr/>
            </p:nvSpPr>
            <p:spPr>
              <a:xfrm>
                <a:off x="5006280" y="3983284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6" name="Rectangle 153">
                <a:extLst>
                  <a:ext uri="{FF2B5EF4-FFF2-40B4-BE49-F238E27FC236}">
                    <a16:creationId xmlns:a16="http://schemas.microsoft.com/office/drawing/2014/main" id="{06A99EC9-0CE2-3738-E72E-F5A1E3289691}"/>
                  </a:ext>
                </a:extLst>
              </p:cNvPr>
              <p:cNvSpPr/>
              <p:nvPr/>
            </p:nvSpPr>
            <p:spPr>
              <a:xfrm>
                <a:off x="5317200" y="3983284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7" name="Rectangle 24">
                <a:extLst>
                  <a:ext uri="{FF2B5EF4-FFF2-40B4-BE49-F238E27FC236}">
                    <a16:creationId xmlns:a16="http://schemas.microsoft.com/office/drawing/2014/main" id="{51B4E1BB-2BF3-7544-79B5-71A4849A3196}"/>
                  </a:ext>
                </a:extLst>
              </p:cNvPr>
              <p:cNvSpPr/>
              <p:nvPr/>
            </p:nvSpPr>
            <p:spPr>
              <a:xfrm>
                <a:off x="5004000" y="4402495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8" name="Rectangle 153">
                <a:extLst>
                  <a:ext uri="{FF2B5EF4-FFF2-40B4-BE49-F238E27FC236}">
                    <a16:creationId xmlns:a16="http://schemas.microsoft.com/office/drawing/2014/main" id="{005CC2E7-8202-772A-D850-0A56F37D2A5E}"/>
                  </a:ext>
                </a:extLst>
              </p:cNvPr>
              <p:cNvSpPr/>
              <p:nvPr/>
            </p:nvSpPr>
            <p:spPr>
              <a:xfrm>
                <a:off x="5314920" y="4402495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9" name="Rectangle 24">
                <a:extLst>
                  <a:ext uri="{FF2B5EF4-FFF2-40B4-BE49-F238E27FC236}">
                    <a16:creationId xmlns:a16="http://schemas.microsoft.com/office/drawing/2014/main" id="{8555545F-5CE7-697E-7BBB-189159284A83}"/>
                  </a:ext>
                </a:extLst>
              </p:cNvPr>
              <p:cNvSpPr/>
              <p:nvPr/>
            </p:nvSpPr>
            <p:spPr>
              <a:xfrm>
                <a:off x="5001720" y="4821706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0" name="Rectangle 153">
                <a:extLst>
                  <a:ext uri="{FF2B5EF4-FFF2-40B4-BE49-F238E27FC236}">
                    <a16:creationId xmlns:a16="http://schemas.microsoft.com/office/drawing/2014/main" id="{155A3142-284B-7964-DECD-214C81958759}"/>
                  </a:ext>
                </a:extLst>
              </p:cNvPr>
              <p:cNvSpPr/>
              <p:nvPr/>
            </p:nvSpPr>
            <p:spPr>
              <a:xfrm>
                <a:off x="5312640" y="4821706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1" name="Rectangle 24">
                <a:extLst>
                  <a:ext uri="{FF2B5EF4-FFF2-40B4-BE49-F238E27FC236}">
                    <a16:creationId xmlns:a16="http://schemas.microsoft.com/office/drawing/2014/main" id="{B2CBE56D-C4B5-5683-6DA7-AE3043E63B9B}"/>
                  </a:ext>
                </a:extLst>
              </p:cNvPr>
              <p:cNvSpPr/>
              <p:nvPr/>
            </p:nvSpPr>
            <p:spPr>
              <a:xfrm>
                <a:off x="5802677" y="2725651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2" name="Rectangle 153">
                <a:extLst>
                  <a:ext uri="{FF2B5EF4-FFF2-40B4-BE49-F238E27FC236}">
                    <a16:creationId xmlns:a16="http://schemas.microsoft.com/office/drawing/2014/main" id="{8C940384-DC06-76BD-2F2A-D0198AC326FD}"/>
                  </a:ext>
                </a:extLst>
              </p:cNvPr>
              <p:cNvSpPr/>
              <p:nvPr/>
            </p:nvSpPr>
            <p:spPr>
              <a:xfrm>
                <a:off x="6113597" y="2725651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3" name="Rectangle 24">
                <a:extLst>
                  <a:ext uri="{FF2B5EF4-FFF2-40B4-BE49-F238E27FC236}">
                    <a16:creationId xmlns:a16="http://schemas.microsoft.com/office/drawing/2014/main" id="{89F0563D-98D9-108B-F3D5-9152B9B7C5C6}"/>
                  </a:ext>
                </a:extLst>
              </p:cNvPr>
              <p:cNvSpPr/>
              <p:nvPr/>
            </p:nvSpPr>
            <p:spPr>
              <a:xfrm>
                <a:off x="5800397" y="3144862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4" name="Rectangle 153">
                <a:extLst>
                  <a:ext uri="{FF2B5EF4-FFF2-40B4-BE49-F238E27FC236}">
                    <a16:creationId xmlns:a16="http://schemas.microsoft.com/office/drawing/2014/main" id="{53D84EB0-7464-88B6-01CB-1E813CC95105}"/>
                  </a:ext>
                </a:extLst>
              </p:cNvPr>
              <p:cNvSpPr/>
              <p:nvPr/>
            </p:nvSpPr>
            <p:spPr>
              <a:xfrm>
                <a:off x="6111317" y="3144862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5" name="Rectangle 24">
                <a:extLst>
                  <a:ext uri="{FF2B5EF4-FFF2-40B4-BE49-F238E27FC236}">
                    <a16:creationId xmlns:a16="http://schemas.microsoft.com/office/drawing/2014/main" id="{CE50A302-DA4B-29B1-239D-C6B65A5F01DE}"/>
                  </a:ext>
                </a:extLst>
              </p:cNvPr>
              <p:cNvSpPr/>
              <p:nvPr/>
            </p:nvSpPr>
            <p:spPr>
              <a:xfrm>
                <a:off x="5804957" y="3564073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6" name="Rectangle 153">
                <a:extLst>
                  <a:ext uri="{FF2B5EF4-FFF2-40B4-BE49-F238E27FC236}">
                    <a16:creationId xmlns:a16="http://schemas.microsoft.com/office/drawing/2014/main" id="{159B13EE-5404-F524-D80B-47DEF1400DD3}"/>
                  </a:ext>
                </a:extLst>
              </p:cNvPr>
              <p:cNvSpPr/>
              <p:nvPr/>
            </p:nvSpPr>
            <p:spPr>
              <a:xfrm>
                <a:off x="6115877" y="3564073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7" name="Rectangle 24">
                <a:extLst>
                  <a:ext uri="{FF2B5EF4-FFF2-40B4-BE49-F238E27FC236}">
                    <a16:creationId xmlns:a16="http://schemas.microsoft.com/office/drawing/2014/main" id="{2BE38EBA-A40B-2888-F0EE-5C8F0D3278A7}"/>
                  </a:ext>
                </a:extLst>
              </p:cNvPr>
              <p:cNvSpPr/>
              <p:nvPr/>
            </p:nvSpPr>
            <p:spPr>
              <a:xfrm>
                <a:off x="5802677" y="3983284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8" name="Rectangle 153">
                <a:extLst>
                  <a:ext uri="{FF2B5EF4-FFF2-40B4-BE49-F238E27FC236}">
                    <a16:creationId xmlns:a16="http://schemas.microsoft.com/office/drawing/2014/main" id="{FAB5C7A2-5D6D-0126-088A-3BEB9FCCCF09}"/>
                  </a:ext>
                </a:extLst>
              </p:cNvPr>
              <p:cNvSpPr/>
              <p:nvPr/>
            </p:nvSpPr>
            <p:spPr>
              <a:xfrm>
                <a:off x="6113597" y="3983284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9" name="Rectangle 24">
                <a:extLst>
                  <a:ext uri="{FF2B5EF4-FFF2-40B4-BE49-F238E27FC236}">
                    <a16:creationId xmlns:a16="http://schemas.microsoft.com/office/drawing/2014/main" id="{4BDDDE12-760F-7A59-64E7-8C0CF8D59F0D}"/>
                  </a:ext>
                </a:extLst>
              </p:cNvPr>
              <p:cNvSpPr/>
              <p:nvPr/>
            </p:nvSpPr>
            <p:spPr>
              <a:xfrm>
                <a:off x="5800397" y="4402495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0" name="Rectangle 153">
                <a:extLst>
                  <a:ext uri="{FF2B5EF4-FFF2-40B4-BE49-F238E27FC236}">
                    <a16:creationId xmlns:a16="http://schemas.microsoft.com/office/drawing/2014/main" id="{C48EAB9A-1531-B314-5B2C-5BABDEA57772}"/>
                  </a:ext>
                </a:extLst>
              </p:cNvPr>
              <p:cNvSpPr/>
              <p:nvPr/>
            </p:nvSpPr>
            <p:spPr>
              <a:xfrm>
                <a:off x="6111317" y="4402495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1" name="Rectangle 24">
                <a:extLst>
                  <a:ext uri="{FF2B5EF4-FFF2-40B4-BE49-F238E27FC236}">
                    <a16:creationId xmlns:a16="http://schemas.microsoft.com/office/drawing/2014/main" id="{176735C4-F6F7-F6C9-C240-57A90FD3A8D5}"/>
                  </a:ext>
                </a:extLst>
              </p:cNvPr>
              <p:cNvSpPr/>
              <p:nvPr/>
            </p:nvSpPr>
            <p:spPr>
              <a:xfrm>
                <a:off x="5798117" y="4821706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2" name="Rectangle 153">
                <a:extLst>
                  <a:ext uri="{FF2B5EF4-FFF2-40B4-BE49-F238E27FC236}">
                    <a16:creationId xmlns:a16="http://schemas.microsoft.com/office/drawing/2014/main" id="{67236FCC-11D5-3DB1-F90B-E4774FCB39DB}"/>
                  </a:ext>
                </a:extLst>
              </p:cNvPr>
              <p:cNvSpPr/>
              <p:nvPr/>
            </p:nvSpPr>
            <p:spPr>
              <a:xfrm>
                <a:off x="6109037" y="4821706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3" name="Rectangle 24">
                <a:extLst>
                  <a:ext uri="{FF2B5EF4-FFF2-40B4-BE49-F238E27FC236}">
                    <a16:creationId xmlns:a16="http://schemas.microsoft.com/office/drawing/2014/main" id="{80F4AD9E-0E7D-A998-60C5-473BC26DB8B3}"/>
                  </a:ext>
                </a:extLst>
              </p:cNvPr>
              <p:cNvSpPr/>
              <p:nvPr/>
            </p:nvSpPr>
            <p:spPr>
              <a:xfrm>
                <a:off x="6596794" y="2725651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4" name="Rectangle 153">
                <a:extLst>
                  <a:ext uri="{FF2B5EF4-FFF2-40B4-BE49-F238E27FC236}">
                    <a16:creationId xmlns:a16="http://schemas.microsoft.com/office/drawing/2014/main" id="{9F639857-B7D5-551E-C5AD-185B96A32356}"/>
                  </a:ext>
                </a:extLst>
              </p:cNvPr>
              <p:cNvSpPr/>
              <p:nvPr/>
            </p:nvSpPr>
            <p:spPr>
              <a:xfrm>
                <a:off x="6907714" y="2725651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5" name="Rectangle 24">
                <a:extLst>
                  <a:ext uri="{FF2B5EF4-FFF2-40B4-BE49-F238E27FC236}">
                    <a16:creationId xmlns:a16="http://schemas.microsoft.com/office/drawing/2014/main" id="{DB7E2AAA-7645-8171-0204-801E373991FE}"/>
                  </a:ext>
                </a:extLst>
              </p:cNvPr>
              <p:cNvSpPr/>
              <p:nvPr/>
            </p:nvSpPr>
            <p:spPr>
              <a:xfrm>
                <a:off x="6594514" y="3144862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6" name="Rectangle 153">
                <a:extLst>
                  <a:ext uri="{FF2B5EF4-FFF2-40B4-BE49-F238E27FC236}">
                    <a16:creationId xmlns:a16="http://schemas.microsoft.com/office/drawing/2014/main" id="{2702D2C8-66FF-C04E-64CE-5CB544945C82}"/>
                  </a:ext>
                </a:extLst>
              </p:cNvPr>
              <p:cNvSpPr/>
              <p:nvPr/>
            </p:nvSpPr>
            <p:spPr>
              <a:xfrm>
                <a:off x="6905434" y="3144862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7" name="Rectangle 24">
                <a:extLst>
                  <a:ext uri="{FF2B5EF4-FFF2-40B4-BE49-F238E27FC236}">
                    <a16:creationId xmlns:a16="http://schemas.microsoft.com/office/drawing/2014/main" id="{E144B842-1119-5BBE-0DB1-EA2149AE40F9}"/>
                  </a:ext>
                </a:extLst>
              </p:cNvPr>
              <p:cNvSpPr/>
              <p:nvPr/>
            </p:nvSpPr>
            <p:spPr>
              <a:xfrm>
                <a:off x="6599074" y="3564073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8" name="Rectangle 153">
                <a:extLst>
                  <a:ext uri="{FF2B5EF4-FFF2-40B4-BE49-F238E27FC236}">
                    <a16:creationId xmlns:a16="http://schemas.microsoft.com/office/drawing/2014/main" id="{2337A611-B463-2DAB-D5A9-39C230A0747C}"/>
                  </a:ext>
                </a:extLst>
              </p:cNvPr>
              <p:cNvSpPr/>
              <p:nvPr/>
            </p:nvSpPr>
            <p:spPr>
              <a:xfrm>
                <a:off x="6909994" y="3564073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9" name="Rectangle 24">
                <a:extLst>
                  <a:ext uri="{FF2B5EF4-FFF2-40B4-BE49-F238E27FC236}">
                    <a16:creationId xmlns:a16="http://schemas.microsoft.com/office/drawing/2014/main" id="{B607693F-2385-484E-D428-D6F321796341}"/>
                  </a:ext>
                </a:extLst>
              </p:cNvPr>
              <p:cNvSpPr/>
              <p:nvPr/>
            </p:nvSpPr>
            <p:spPr>
              <a:xfrm>
                <a:off x="6596794" y="3983284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0" name="Rectangle 153">
                <a:extLst>
                  <a:ext uri="{FF2B5EF4-FFF2-40B4-BE49-F238E27FC236}">
                    <a16:creationId xmlns:a16="http://schemas.microsoft.com/office/drawing/2014/main" id="{4D20B6F5-C149-03FD-40F0-58FDCE89DA11}"/>
                  </a:ext>
                </a:extLst>
              </p:cNvPr>
              <p:cNvSpPr/>
              <p:nvPr/>
            </p:nvSpPr>
            <p:spPr>
              <a:xfrm>
                <a:off x="6907714" y="3983284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1" name="Rectangle 24">
                <a:extLst>
                  <a:ext uri="{FF2B5EF4-FFF2-40B4-BE49-F238E27FC236}">
                    <a16:creationId xmlns:a16="http://schemas.microsoft.com/office/drawing/2014/main" id="{E4BC2BE3-4BE2-F8AA-588B-B56CFCE5B45D}"/>
                  </a:ext>
                </a:extLst>
              </p:cNvPr>
              <p:cNvSpPr/>
              <p:nvPr/>
            </p:nvSpPr>
            <p:spPr>
              <a:xfrm>
                <a:off x="6594514" y="4402495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2" name="Rectangle 153">
                <a:extLst>
                  <a:ext uri="{FF2B5EF4-FFF2-40B4-BE49-F238E27FC236}">
                    <a16:creationId xmlns:a16="http://schemas.microsoft.com/office/drawing/2014/main" id="{C16F679E-D3BF-F00B-C57B-6D6CDDEC6BC9}"/>
                  </a:ext>
                </a:extLst>
              </p:cNvPr>
              <p:cNvSpPr/>
              <p:nvPr/>
            </p:nvSpPr>
            <p:spPr>
              <a:xfrm>
                <a:off x="6905434" y="4402495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3" name="Rectangle 24">
                <a:extLst>
                  <a:ext uri="{FF2B5EF4-FFF2-40B4-BE49-F238E27FC236}">
                    <a16:creationId xmlns:a16="http://schemas.microsoft.com/office/drawing/2014/main" id="{4CFDF5F9-7540-CA6E-1307-B5A27AE4AF67}"/>
                  </a:ext>
                </a:extLst>
              </p:cNvPr>
              <p:cNvSpPr/>
              <p:nvPr/>
            </p:nvSpPr>
            <p:spPr>
              <a:xfrm>
                <a:off x="6592234" y="4821706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4" name="Rectangle 153">
                <a:extLst>
                  <a:ext uri="{FF2B5EF4-FFF2-40B4-BE49-F238E27FC236}">
                    <a16:creationId xmlns:a16="http://schemas.microsoft.com/office/drawing/2014/main" id="{F11AD215-F7F6-43D1-105E-1CDA7548E9EA}"/>
                  </a:ext>
                </a:extLst>
              </p:cNvPr>
              <p:cNvSpPr/>
              <p:nvPr/>
            </p:nvSpPr>
            <p:spPr>
              <a:xfrm>
                <a:off x="6903154" y="4821706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5" name="Rectangle 24">
                <a:extLst>
                  <a:ext uri="{FF2B5EF4-FFF2-40B4-BE49-F238E27FC236}">
                    <a16:creationId xmlns:a16="http://schemas.microsoft.com/office/drawing/2014/main" id="{4EC287FF-7968-EFA5-B2C8-737B6181CC24}"/>
                  </a:ext>
                </a:extLst>
              </p:cNvPr>
              <p:cNvSpPr/>
              <p:nvPr/>
            </p:nvSpPr>
            <p:spPr>
              <a:xfrm>
                <a:off x="7393191" y="2725651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6" name="Rectangle 153">
                <a:extLst>
                  <a:ext uri="{FF2B5EF4-FFF2-40B4-BE49-F238E27FC236}">
                    <a16:creationId xmlns:a16="http://schemas.microsoft.com/office/drawing/2014/main" id="{4C724684-2A2F-6663-465E-28260C7AD9D1}"/>
                  </a:ext>
                </a:extLst>
              </p:cNvPr>
              <p:cNvSpPr/>
              <p:nvPr/>
            </p:nvSpPr>
            <p:spPr>
              <a:xfrm>
                <a:off x="7704111" y="2725651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7" name="Rectangle 24">
                <a:extLst>
                  <a:ext uri="{FF2B5EF4-FFF2-40B4-BE49-F238E27FC236}">
                    <a16:creationId xmlns:a16="http://schemas.microsoft.com/office/drawing/2014/main" id="{51153CC7-CB9A-4761-E048-ACBDEF2C21E7}"/>
                  </a:ext>
                </a:extLst>
              </p:cNvPr>
              <p:cNvSpPr/>
              <p:nvPr/>
            </p:nvSpPr>
            <p:spPr>
              <a:xfrm>
                <a:off x="7390911" y="3144862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8" name="Rectangle 153">
                <a:extLst>
                  <a:ext uri="{FF2B5EF4-FFF2-40B4-BE49-F238E27FC236}">
                    <a16:creationId xmlns:a16="http://schemas.microsoft.com/office/drawing/2014/main" id="{2CB8A455-EA88-767E-04D6-0D2F4802FA06}"/>
                  </a:ext>
                </a:extLst>
              </p:cNvPr>
              <p:cNvSpPr/>
              <p:nvPr/>
            </p:nvSpPr>
            <p:spPr>
              <a:xfrm>
                <a:off x="7701831" y="3144862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9" name="Rectangle 24">
                <a:extLst>
                  <a:ext uri="{FF2B5EF4-FFF2-40B4-BE49-F238E27FC236}">
                    <a16:creationId xmlns:a16="http://schemas.microsoft.com/office/drawing/2014/main" id="{C57A2124-FBCD-6A45-F7A0-50ACE0369BAE}"/>
                  </a:ext>
                </a:extLst>
              </p:cNvPr>
              <p:cNvSpPr/>
              <p:nvPr/>
            </p:nvSpPr>
            <p:spPr>
              <a:xfrm>
                <a:off x="7395471" y="3564073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0" name="Rectangle 153">
                <a:extLst>
                  <a:ext uri="{FF2B5EF4-FFF2-40B4-BE49-F238E27FC236}">
                    <a16:creationId xmlns:a16="http://schemas.microsoft.com/office/drawing/2014/main" id="{73BF9166-2C81-2EE4-4B1D-C0887A06CA7A}"/>
                  </a:ext>
                </a:extLst>
              </p:cNvPr>
              <p:cNvSpPr/>
              <p:nvPr/>
            </p:nvSpPr>
            <p:spPr>
              <a:xfrm>
                <a:off x="7706391" y="3564073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1" name="Rectangle 24">
                <a:extLst>
                  <a:ext uri="{FF2B5EF4-FFF2-40B4-BE49-F238E27FC236}">
                    <a16:creationId xmlns:a16="http://schemas.microsoft.com/office/drawing/2014/main" id="{7F123CA9-5CB0-3A7B-A2C0-D8A59C4759C9}"/>
                  </a:ext>
                </a:extLst>
              </p:cNvPr>
              <p:cNvSpPr/>
              <p:nvPr/>
            </p:nvSpPr>
            <p:spPr>
              <a:xfrm>
                <a:off x="7393191" y="3983284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2" name="Rectangle 153">
                <a:extLst>
                  <a:ext uri="{FF2B5EF4-FFF2-40B4-BE49-F238E27FC236}">
                    <a16:creationId xmlns:a16="http://schemas.microsoft.com/office/drawing/2014/main" id="{DF4FBD54-32B3-0840-63AA-878162AFB3D4}"/>
                  </a:ext>
                </a:extLst>
              </p:cNvPr>
              <p:cNvSpPr/>
              <p:nvPr/>
            </p:nvSpPr>
            <p:spPr>
              <a:xfrm>
                <a:off x="7704111" y="3983284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3" name="Rectangle 24">
                <a:extLst>
                  <a:ext uri="{FF2B5EF4-FFF2-40B4-BE49-F238E27FC236}">
                    <a16:creationId xmlns:a16="http://schemas.microsoft.com/office/drawing/2014/main" id="{64DD1681-F9E1-07B3-0F9E-4F1A2EE90D84}"/>
                  </a:ext>
                </a:extLst>
              </p:cNvPr>
              <p:cNvSpPr/>
              <p:nvPr/>
            </p:nvSpPr>
            <p:spPr>
              <a:xfrm>
                <a:off x="7390911" y="4402495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4" name="Rectangle 153">
                <a:extLst>
                  <a:ext uri="{FF2B5EF4-FFF2-40B4-BE49-F238E27FC236}">
                    <a16:creationId xmlns:a16="http://schemas.microsoft.com/office/drawing/2014/main" id="{E3D25883-EC36-47C4-9280-8644385453D7}"/>
                  </a:ext>
                </a:extLst>
              </p:cNvPr>
              <p:cNvSpPr/>
              <p:nvPr/>
            </p:nvSpPr>
            <p:spPr>
              <a:xfrm>
                <a:off x="7701831" y="4402495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5" name="Rectangle 24">
                <a:extLst>
                  <a:ext uri="{FF2B5EF4-FFF2-40B4-BE49-F238E27FC236}">
                    <a16:creationId xmlns:a16="http://schemas.microsoft.com/office/drawing/2014/main" id="{81BD4914-AFE2-3EF6-60AF-C5C1BF7AA26E}"/>
                  </a:ext>
                </a:extLst>
              </p:cNvPr>
              <p:cNvSpPr/>
              <p:nvPr/>
            </p:nvSpPr>
            <p:spPr>
              <a:xfrm>
                <a:off x="7388631" y="4821706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6" name="Rectangle 153">
                <a:extLst>
                  <a:ext uri="{FF2B5EF4-FFF2-40B4-BE49-F238E27FC236}">
                    <a16:creationId xmlns:a16="http://schemas.microsoft.com/office/drawing/2014/main" id="{AB11FEBE-E48E-A386-72DC-229622DAF8C2}"/>
                  </a:ext>
                </a:extLst>
              </p:cNvPr>
              <p:cNvSpPr/>
              <p:nvPr/>
            </p:nvSpPr>
            <p:spPr>
              <a:xfrm>
                <a:off x="7699551" y="4821706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7" name="Rectangle 24">
                <a:extLst>
                  <a:ext uri="{FF2B5EF4-FFF2-40B4-BE49-F238E27FC236}">
                    <a16:creationId xmlns:a16="http://schemas.microsoft.com/office/drawing/2014/main" id="{1EC9BB8A-5191-0BE2-CF60-BE8094B2BE2F}"/>
                  </a:ext>
                </a:extLst>
              </p:cNvPr>
              <p:cNvSpPr/>
              <p:nvPr/>
            </p:nvSpPr>
            <p:spPr>
              <a:xfrm>
                <a:off x="8189588" y="2725651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8" name="Rectangle 153">
                <a:extLst>
                  <a:ext uri="{FF2B5EF4-FFF2-40B4-BE49-F238E27FC236}">
                    <a16:creationId xmlns:a16="http://schemas.microsoft.com/office/drawing/2014/main" id="{42333B81-D812-C456-683C-8DEB8D2230A3}"/>
                  </a:ext>
                </a:extLst>
              </p:cNvPr>
              <p:cNvSpPr/>
              <p:nvPr/>
            </p:nvSpPr>
            <p:spPr>
              <a:xfrm>
                <a:off x="8500508" y="2725651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9" name="Rectangle 24">
                <a:extLst>
                  <a:ext uri="{FF2B5EF4-FFF2-40B4-BE49-F238E27FC236}">
                    <a16:creationId xmlns:a16="http://schemas.microsoft.com/office/drawing/2014/main" id="{8ACC67EB-BF98-5011-CD86-AD195A5712DC}"/>
                  </a:ext>
                </a:extLst>
              </p:cNvPr>
              <p:cNvSpPr/>
              <p:nvPr/>
            </p:nvSpPr>
            <p:spPr>
              <a:xfrm>
                <a:off x="8187308" y="3144862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0" name="Rectangle 153">
                <a:extLst>
                  <a:ext uri="{FF2B5EF4-FFF2-40B4-BE49-F238E27FC236}">
                    <a16:creationId xmlns:a16="http://schemas.microsoft.com/office/drawing/2014/main" id="{14CF7CDF-725A-104B-7869-F109AD18A112}"/>
                  </a:ext>
                </a:extLst>
              </p:cNvPr>
              <p:cNvSpPr/>
              <p:nvPr/>
            </p:nvSpPr>
            <p:spPr>
              <a:xfrm>
                <a:off x="8498228" y="3144862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1" name="Rectangle 24">
                <a:extLst>
                  <a:ext uri="{FF2B5EF4-FFF2-40B4-BE49-F238E27FC236}">
                    <a16:creationId xmlns:a16="http://schemas.microsoft.com/office/drawing/2014/main" id="{69370FFA-AB13-2D67-330F-813D37980A6A}"/>
                  </a:ext>
                </a:extLst>
              </p:cNvPr>
              <p:cNvSpPr/>
              <p:nvPr/>
            </p:nvSpPr>
            <p:spPr>
              <a:xfrm>
                <a:off x="8191868" y="3564073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2" name="Rectangle 153">
                <a:extLst>
                  <a:ext uri="{FF2B5EF4-FFF2-40B4-BE49-F238E27FC236}">
                    <a16:creationId xmlns:a16="http://schemas.microsoft.com/office/drawing/2014/main" id="{DAF2FFD5-B944-2BCA-6805-ADD2B731D159}"/>
                  </a:ext>
                </a:extLst>
              </p:cNvPr>
              <p:cNvSpPr/>
              <p:nvPr/>
            </p:nvSpPr>
            <p:spPr>
              <a:xfrm>
                <a:off x="8502788" y="3564073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3" name="Rectangle 24">
                <a:extLst>
                  <a:ext uri="{FF2B5EF4-FFF2-40B4-BE49-F238E27FC236}">
                    <a16:creationId xmlns:a16="http://schemas.microsoft.com/office/drawing/2014/main" id="{67DBECE9-A659-B628-3006-59C7FD496736}"/>
                  </a:ext>
                </a:extLst>
              </p:cNvPr>
              <p:cNvSpPr/>
              <p:nvPr/>
            </p:nvSpPr>
            <p:spPr>
              <a:xfrm>
                <a:off x="8189588" y="3983284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4" name="Rectangle 153">
                <a:extLst>
                  <a:ext uri="{FF2B5EF4-FFF2-40B4-BE49-F238E27FC236}">
                    <a16:creationId xmlns:a16="http://schemas.microsoft.com/office/drawing/2014/main" id="{7D2166A8-497C-5C15-EE66-7B99DABAA512}"/>
                  </a:ext>
                </a:extLst>
              </p:cNvPr>
              <p:cNvSpPr/>
              <p:nvPr/>
            </p:nvSpPr>
            <p:spPr>
              <a:xfrm>
                <a:off x="8500508" y="3983284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5" name="Rectangle 24">
                <a:extLst>
                  <a:ext uri="{FF2B5EF4-FFF2-40B4-BE49-F238E27FC236}">
                    <a16:creationId xmlns:a16="http://schemas.microsoft.com/office/drawing/2014/main" id="{C3F7676D-82BF-5671-F698-E9AF512CF583}"/>
                  </a:ext>
                </a:extLst>
              </p:cNvPr>
              <p:cNvSpPr/>
              <p:nvPr/>
            </p:nvSpPr>
            <p:spPr>
              <a:xfrm>
                <a:off x="8187308" y="4402495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6" name="Rectangle 153">
                <a:extLst>
                  <a:ext uri="{FF2B5EF4-FFF2-40B4-BE49-F238E27FC236}">
                    <a16:creationId xmlns:a16="http://schemas.microsoft.com/office/drawing/2014/main" id="{535CCF63-1689-CA0C-AF37-D33BACCB9D82}"/>
                  </a:ext>
                </a:extLst>
              </p:cNvPr>
              <p:cNvSpPr/>
              <p:nvPr/>
            </p:nvSpPr>
            <p:spPr>
              <a:xfrm>
                <a:off x="8498228" y="4402495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7" name="Rectangle 24">
                <a:extLst>
                  <a:ext uri="{FF2B5EF4-FFF2-40B4-BE49-F238E27FC236}">
                    <a16:creationId xmlns:a16="http://schemas.microsoft.com/office/drawing/2014/main" id="{3DC17D32-7540-6462-1422-FAFB5EB5D978}"/>
                  </a:ext>
                </a:extLst>
              </p:cNvPr>
              <p:cNvSpPr/>
              <p:nvPr/>
            </p:nvSpPr>
            <p:spPr>
              <a:xfrm>
                <a:off x="8185028" y="4821706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8" name="Rectangle 153">
                <a:extLst>
                  <a:ext uri="{FF2B5EF4-FFF2-40B4-BE49-F238E27FC236}">
                    <a16:creationId xmlns:a16="http://schemas.microsoft.com/office/drawing/2014/main" id="{CECE65E2-A3FF-44DF-3B2C-ACE8CB082D82}"/>
                  </a:ext>
                </a:extLst>
              </p:cNvPr>
              <p:cNvSpPr/>
              <p:nvPr/>
            </p:nvSpPr>
            <p:spPr>
              <a:xfrm>
                <a:off x="8495948" y="4821706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9" name="Rectangle 24">
                <a:extLst>
                  <a:ext uri="{FF2B5EF4-FFF2-40B4-BE49-F238E27FC236}">
                    <a16:creationId xmlns:a16="http://schemas.microsoft.com/office/drawing/2014/main" id="{EB35B958-7A5F-5D3C-2AAC-6A240434327C}"/>
                  </a:ext>
                </a:extLst>
              </p:cNvPr>
              <p:cNvSpPr/>
              <p:nvPr/>
            </p:nvSpPr>
            <p:spPr>
              <a:xfrm>
                <a:off x="8985985" y="2725651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0" name="Rectangle 153">
                <a:extLst>
                  <a:ext uri="{FF2B5EF4-FFF2-40B4-BE49-F238E27FC236}">
                    <a16:creationId xmlns:a16="http://schemas.microsoft.com/office/drawing/2014/main" id="{EA08A55A-22C2-1CC5-748E-C763789516C9}"/>
                  </a:ext>
                </a:extLst>
              </p:cNvPr>
              <p:cNvSpPr/>
              <p:nvPr/>
            </p:nvSpPr>
            <p:spPr>
              <a:xfrm>
                <a:off x="9296905" y="2725651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1" name="Rectangle 24">
                <a:extLst>
                  <a:ext uri="{FF2B5EF4-FFF2-40B4-BE49-F238E27FC236}">
                    <a16:creationId xmlns:a16="http://schemas.microsoft.com/office/drawing/2014/main" id="{9B092CB3-355E-51D5-EE85-1000C77C151F}"/>
                  </a:ext>
                </a:extLst>
              </p:cNvPr>
              <p:cNvSpPr/>
              <p:nvPr/>
            </p:nvSpPr>
            <p:spPr>
              <a:xfrm>
                <a:off x="8983705" y="3144862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2" name="Rectangle 153">
                <a:extLst>
                  <a:ext uri="{FF2B5EF4-FFF2-40B4-BE49-F238E27FC236}">
                    <a16:creationId xmlns:a16="http://schemas.microsoft.com/office/drawing/2014/main" id="{B8AA084B-8656-E940-3CD1-E80599710589}"/>
                  </a:ext>
                </a:extLst>
              </p:cNvPr>
              <p:cNvSpPr/>
              <p:nvPr/>
            </p:nvSpPr>
            <p:spPr>
              <a:xfrm>
                <a:off x="9294625" y="3144862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3" name="Rectangle 24">
                <a:extLst>
                  <a:ext uri="{FF2B5EF4-FFF2-40B4-BE49-F238E27FC236}">
                    <a16:creationId xmlns:a16="http://schemas.microsoft.com/office/drawing/2014/main" id="{F2ED6609-13DF-C203-986F-4A95DEFDFCD5}"/>
                  </a:ext>
                </a:extLst>
              </p:cNvPr>
              <p:cNvSpPr/>
              <p:nvPr/>
            </p:nvSpPr>
            <p:spPr>
              <a:xfrm>
                <a:off x="8988265" y="3564073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4" name="Rectangle 153">
                <a:extLst>
                  <a:ext uri="{FF2B5EF4-FFF2-40B4-BE49-F238E27FC236}">
                    <a16:creationId xmlns:a16="http://schemas.microsoft.com/office/drawing/2014/main" id="{1E8869B9-6B9E-1567-6A82-B24E5CB542A6}"/>
                  </a:ext>
                </a:extLst>
              </p:cNvPr>
              <p:cNvSpPr/>
              <p:nvPr/>
            </p:nvSpPr>
            <p:spPr>
              <a:xfrm>
                <a:off x="9299185" y="3564073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5" name="Rectangle 24">
                <a:extLst>
                  <a:ext uri="{FF2B5EF4-FFF2-40B4-BE49-F238E27FC236}">
                    <a16:creationId xmlns:a16="http://schemas.microsoft.com/office/drawing/2014/main" id="{803C127D-1A6E-720C-8065-199CFA208BEB}"/>
                  </a:ext>
                </a:extLst>
              </p:cNvPr>
              <p:cNvSpPr/>
              <p:nvPr/>
            </p:nvSpPr>
            <p:spPr>
              <a:xfrm>
                <a:off x="8985985" y="3983284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6" name="Rectangle 153">
                <a:extLst>
                  <a:ext uri="{FF2B5EF4-FFF2-40B4-BE49-F238E27FC236}">
                    <a16:creationId xmlns:a16="http://schemas.microsoft.com/office/drawing/2014/main" id="{B0070208-E609-E3A7-FC54-CC06A8CF3026}"/>
                  </a:ext>
                </a:extLst>
              </p:cNvPr>
              <p:cNvSpPr/>
              <p:nvPr/>
            </p:nvSpPr>
            <p:spPr>
              <a:xfrm>
                <a:off x="9296905" y="3983284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7" name="Rectangle 24">
                <a:extLst>
                  <a:ext uri="{FF2B5EF4-FFF2-40B4-BE49-F238E27FC236}">
                    <a16:creationId xmlns:a16="http://schemas.microsoft.com/office/drawing/2014/main" id="{1CE432E0-CDD7-2327-170E-F461670C922A}"/>
                  </a:ext>
                </a:extLst>
              </p:cNvPr>
              <p:cNvSpPr/>
              <p:nvPr/>
            </p:nvSpPr>
            <p:spPr>
              <a:xfrm>
                <a:off x="8983705" y="4402495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8" name="Rectangle 153">
                <a:extLst>
                  <a:ext uri="{FF2B5EF4-FFF2-40B4-BE49-F238E27FC236}">
                    <a16:creationId xmlns:a16="http://schemas.microsoft.com/office/drawing/2014/main" id="{276E7EC3-9CF5-6601-A42B-1609B13EC754}"/>
                  </a:ext>
                </a:extLst>
              </p:cNvPr>
              <p:cNvSpPr/>
              <p:nvPr/>
            </p:nvSpPr>
            <p:spPr>
              <a:xfrm>
                <a:off x="9294625" y="4402495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9" name="Rectangle 24">
                <a:extLst>
                  <a:ext uri="{FF2B5EF4-FFF2-40B4-BE49-F238E27FC236}">
                    <a16:creationId xmlns:a16="http://schemas.microsoft.com/office/drawing/2014/main" id="{62A5627E-FDBB-687F-4E40-3ABE20694AC0}"/>
                  </a:ext>
                </a:extLst>
              </p:cNvPr>
              <p:cNvSpPr/>
              <p:nvPr/>
            </p:nvSpPr>
            <p:spPr>
              <a:xfrm>
                <a:off x="8981425" y="4821706"/>
                <a:ext cx="6264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510" name="Rectangle 153">
                <a:extLst>
                  <a:ext uri="{FF2B5EF4-FFF2-40B4-BE49-F238E27FC236}">
                    <a16:creationId xmlns:a16="http://schemas.microsoft.com/office/drawing/2014/main" id="{6757F914-0888-3266-25D7-7CD024479A9D}"/>
                  </a:ext>
                </a:extLst>
              </p:cNvPr>
              <p:cNvSpPr/>
              <p:nvPr/>
            </p:nvSpPr>
            <p:spPr>
              <a:xfrm>
                <a:off x="9292345" y="4821706"/>
                <a:ext cx="313200" cy="258679"/>
              </a:xfrm>
              <a:prstGeom prst="rect">
                <a:avLst/>
              </a:prstGeom>
              <a:solidFill>
                <a:srgbClr val="F9DBDB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511" name="Rectangle 153">
                <a:extLst>
                  <a:ext uri="{FF2B5EF4-FFF2-40B4-BE49-F238E27FC236}">
                    <a16:creationId xmlns:a16="http://schemas.microsoft.com/office/drawing/2014/main" id="{CE873BEC-A0E2-0858-B068-B58A70CE5E20}"/>
                  </a:ext>
                </a:extLst>
              </p:cNvPr>
              <p:cNvSpPr/>
              <p:nvPr/>
            </p:nvSpPr>
            <p:spPr>
              <a:xfrm>
                <a:off x="8981232" y="4821689"/>
                <a:ext cx="313200" cy="258679"/>
              </a:xfrm>
              <a:prstGeom prst="rect">
                <a:avLst/>
              </a:prstGeom>
              <a:solidFill>
                <a:srgbClr val="D2D6F9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512" name="Rectangle 1052">
                <a:extLst>
                  <a:ext uri="{FF2B5EF4-FFF2-40B4-BE49-F238E27FC236}">
                    <a16:creationId xmlns:a16="http://schemas.microsoft.com/office/drawing/2014/main" id="{660C4A5F-760C-CE36-1EA9-3DE569499E42}"/>
                  </a:ext>
                </a:extLst>
              </p:cNvPr>
              <p:cNvSpPr/>
              <p:nvPr/>
            </p:nvSpPr>
            <p:spPr>
              <a:xfrm>
                <a:off x="3281862" y="5720573"/>
                <a:ext cx="6345388" cy="390765"/>
              </a:xfrm>
              <a:prstGeom prst="rect">
                <a:avLst/>
              </a:prstGeom>
              <a:solidFill>
                <a:srgbClr val="F9DBDB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0985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1970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295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2393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904924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85909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66893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47878" algn="l" defTabSz="380985" rtl="0" eaLnBrk="1" latinLnBrk="0" hangingPunct="1"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3809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ja-JP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游ゴシック" panose="020B0400000000000000" pitchFamily="50" charset="-128"/>
                    <a:cs typeface="Times New Roman" panose="02020603050405020304" pitchFamily="18" charset="0"/>
                  </a:rPr>
                  <a:t>AXI DMA WRITE</a:t>
                </a:r>
              </a:p>
            </p:txBody>
          </p:sp>
        </p:grpSp>
        <p:cxnSp>
          <p:nvCxnSpPr>
            <p:cNvPr id="210" name="コネクタ: カギ線 209">
              <a:extLst>
                <a:ext uri="{FF2B5EF4-FFF2-40B4-BE49-F238E27FC236}">
                  <a16:creationId xmlns:a16="http://schemas.microsoft.com/office/drawing/2014/main" id="{911B13DF-E1DB-6091-1A40-C1A22D543FDF}"/>
                </a:ext>
              </a:extLst>
            </p:cNvPr>
            <p:cNvCxnSpPr>
              <a:cxnSpLocks/>
              <a:stCxn id="112" idx="3"/>
              <a:endCxn id="1439" idx="1"/>
            </p:cNvCxnSpPr>
            <p:nvPr/>
          </p:nvCxnSpPr>
          <p:spPr>
            <a:xfrm>
              <a:off x="3752204" y="1602646"/>
              <a:ext cx="974178" cy="211197"/>
            </a:xfrm>
            <a:prstGeom prst="bentConnector3">
              <a:avLst/>
            </a:prstGeom>
            <a:ln/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1" name="コネクタ: カギ線 210">
              <a:extLst>
                <a:ext uri="{FF2B5EF4-FFF2-40B4-BE49-F238E27FC236}">
                  <a16:creationId xmlns:a16="http://schemas.microsoft.com/office/drawing/2014/main" id="{217A1F29-94DE-2A28-D937-77C64892756A}"/>
                </a:ext>
              </a:extLst>
            </p:cNvPr>
            <p:cNvCxnSpPr>
              <a:cxnSpLocks/>
              <a:stCxn id="110" idx="3"/>
              <a:endCxn id="1309" idx="1"/>
            </p:cNvCxnSpPr>
            <p:nvPr/>
          </p:nvCxnSpPr>
          <p:spPr>
            <a:xfrm>
              <a:off x="3752204" y="2460719"/>
              <a:ext cx="983845" cy="315301"/>
            </a:xfrm>
            <a:prstGeom prst="bentConnector3">
              <a:avLst/>
            </a:prstGeom>
            <a:ln/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2" name="コネクタ: カギ線 211">
              <a:extLst>
                <a:ext uri="{FF2B5EF4-FFF2-40B4-BE49-F238E27FC236}">
                  <a16:creationId xmlns:a16="http://schemas.microsoft.com/office/drawing/2014/main" id="{B67B8F31-7084-AB10-E482-D96D862BEB64}"/>
                </a:ext>
              </a:extLst>
            </p:cNvPr>
            <p:cNvCxnSpPr>
              <a:cxnSpLocks/>
              <a:stCxn id="108" idx="3"/>
              <a:endCxn id="1115" idx="1"/>
            </p:cNvCxnSpPr>
            <p:nvPr/>
          </p:nvCxnSpPr>
          <p:spPr>
            <a:xfrm>
              <a:off x="3752204" y="3309505"/>
              <a:ext cx="1017023" cy="467973"/>
            </a:xfrm>
            <a:prstGeom prst="bentConnector3">
              <a:avLst/>
            </a:prstGeom>
            <a:ln/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3" name="コネクタ: カギ線 212">
              <a:extLst>
                <a:ext uri="{FF2B5EF4-FFF2-40B4-BE49-F238E27FC236}">
                  <a16:creationId xmlns:a16="http://schemas.microsoft.com/office/drawing/2014/main" id="{6CCDBD2F-03D5-AF28-61F2-328A0E1B9005}"/>
                </a:ext>
              </a:extLst>
            </p:cNvPr>
            <p:cNvCxnSpPr>
              <a:cxnSpLocks/>
              <a:stCxn id="106" idx="3"/>
              <a:endCxn id="789" idx="1"/>
            </p:cNvCxnSpPr>
            <p:nvPr/>
          </p:nvCxnSpPr>
          <p:spPr>
            <a:xfrm>
              <a:off x="3752204" y="4167578"/>
              <a:ext cx="988530" cy="526112"/>
            </a:xfrm>
            <a:prstGeom prst="bentConnector3">
              <a:avLst/>
            </a:prstGeom>
            <a:ln/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4" name="Rectangle 9">
              <a:extLst>
                <a:ext uri="{FF2B5EF4-FFF2-40B4-BE49-F238E27FC236}">
                  <a16:creationId xmlns:a16="http://schemas.microsoft.com/office/drawing/2014/main" id="{12061304-FB0B-9763-E4D2-A1919E400A50}"/>
                </a:ext>
              </a:extLst>
            </p:cNvPr>
            <p:cNvSpPr/>
            <p:nvPr/>
          </p:nvSpPr>
          <p:spPr>
            <a:xfrm>
              <a:off x="3908135" y="1227075"/>
              <a:ext cx="491566" cy="4079651"/>
            </a:xfrm>
            <a:prstGeom prst="rect">
              <a:avLst/>
            </a:prstGeom>
            <a:solidFill>
              <a:srgbClr val="DBEEF3"/>
            </a:solidFill>
            <a:ln w="1905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0985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197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295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93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0492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590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66893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47878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" name="Rectangle 9">
              <a:extLst>
                <a:ext uri="{FF2B5EF4-FFF2-40B4-BE49-F238E27FC236}">
                  <a16:creationId xmlns:a16="http://schemas.microsoft.com/office/drawing/2014/main" id="{EFD490EF-03FD-87AB-91CE-10FC066A940F}"/>
                </a:ext>
              </a:extLst>
            </p:cNvPr>
            <p:cNvSpPr/>
            <p:nvPr/>
          </p:nvSpPr>
          <p:spPr>
            <a:xfrm rot="16200000">
              <a:off x="3229851" y="4170203"/>
              <a:ext cx="380057" cy="1882235"/>
            </a:xfrm>
            <a:prstGeom prst="rect">
              <a:avLst/>
            </a:prstGeom>
            <a:solidFill>
              <a:srgbClr val="DBEEF3"/>
            </a:solidFill>
            <a:ln w="127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0985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197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295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93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0492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590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66893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47878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200" b="1" dirty="0">
                <a:solidFill>
                  <a:srgbClr val="E7EBE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6" name="TextBox 10">
              <a:extLst>
                <a:ext uri="{FF2B5EF4-FFF2-40B4-BE49-F238E27FC236}">
                  <a16:creationId xmlns:a16="http://schemas.microsoft.com/office/drawing/2014/main" id="{6A06DAF2-6008-F020-3AD3-25AF99949C4F}"/>
                </a:ext>
              </a:extLst>
            </p:cNvPr>
            <p:cNvSpPr txBox="1"/>
            <p:nvPr/>
          </p:nvSpPr>
          <p:spPr>
            <a:xfrm>
              <a:off x="2745742" y="4862745"/>
              <a:ext cx="1384300" cy="461665"/>
            </a:xfrm>
            <a:prstGeom prst="rect">
              <a:avLst/>
            </a:prstGeom>
            <a:noFill/>
            <a:ln w="19050">
              <a:noFill/>
            </a:ln>
            <a:effectLst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0985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197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295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93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0492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590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66893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47878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100" b="1"/>
              </a:pPr>
              <a:r>
                <a:rPr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Network-on-Chip</a:t>
              </a:r>
            </a:p>
            <a:p>
              <a:pPr algn="ctr"/>
              <a:r>
                <a:rPr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(NoC)</a:t>
              </a:r>
            </a:p>
          </p:txBody>
        </p:sp>
        <p:sp>
          <p:nvSpPr>
            <p:cNvPr id="217" name="TextBox 1">
              <a:extLst>
                <a:ext uri="{FF2B5EF4-FFF2-40B4-BE49-F238E27FC236}">
                  <a16:creationId xmlns:a16="http://schemas.microsoft.com/office/drawing/2014/main" id="{927CAFA3-F5B0-4A3F-D9C8-41C8DF8EB481}"/>
                </a:ext>
              </a:extLst>
            </p:cNvPr>
            <p:cNvSpPr txBox="1"/>
            <p:nvPr/>
          </p:nvSpPr>
          <p:spPr>
            <a:xfrm>
              <a:off x="515446" y="702235"/>
              <a:ext cx="3417845" cy="400110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0985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1970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295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93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04924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5909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66893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47878" algn="l" defTabSz="380985" rtl="0" eaLnBrk="1" latinLnBrk="0" hangingPunct="1"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defRPr sz="2400" b="1"/>
              </a:pP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CGLA Configuration</a:t>
              </a:r>
              <a:endParaRPr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18" name="直線コネクタ 217">
              <a:extLst>
                <a:ext uri="{FF2B5EF4-FFF2-40B4-BE49-F238E27FC236}">
                  <a16:creationId xmlns:a16="http://schemas.microsoft.com/office/drawing/2014/main" id="{3EDF8C28-3213-CF10-C014-7814C1BFBBB3}"/>
                </a:ext>
              </a:extLst>
            </p:cNvPr>
            <p:cNvCxnSpPr/>
            <p:nvPr/>
          </p:nvCxnSpPr>
          <p:spPr>
            <a:xfrm>
              <a:off x="2462887" y="5306726"/>
              <a:ext cx="1936814" cy="0"/>
            </a:xfrm>
            <a:prstGeom prst="line">
              <a:avLst/>
            </a:prstGeom>
            <a:ln w="19050"/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2013 - 2022 テーマ">
  <a:themeElements>
    <a:clrScheme name="ユーザー定義 2">
      <a:dk1>
        <a:sysClr val="windowText" lastClr="000000"/>
      </a:dk1>
      <a:lt1>
        <a:sysClr val="window" lastClr="FFFFFF"/>
      </a:lt1>
      <a:dk2>
        <a:srgbClr val="9454C3"/>
      </a:dk2>
      <a:lt2>
        <a:srgbClr val="A5A5CE"/>
      </a:lt2>
      <a:accent1>
        <a:srgbClr val="9454C3"/>
      </a:accent1>
      <a:accent2>
        <a:srgbClr val="EB5613"/>
      </a:accent2>
      <a:accent3>
        <a:srgbClr val="EB5613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alibri">
      <a:majorFont>
        <a:latin typeface="Calibri Light"/>
        <a:ea typeface="游ゴシック Light"/>
        <a:cs typeface=""/>
      </a:majorFont>
      <a:minorFont>
        <a:latin typeface="Calibri"/>
        <a:ea typeface="游ゴシック"/>
        <a:cs typeface=""/>
      </a:minorFont>
    </a:fontScheme>
    <a:fmtScheme name="Office 2013 - 2022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4492B9F90AD268499AE202C7AECF7667" ma:contentTypeVersion="9" ma:contentTypeDescription="新しいドキュメントを作成します。" ma:contentTypeScope="" ma:versionID="d290afc5fdc310ff46fef861bb04b948">
  <xsd:schema xmlns:xsd="http://www.w3.org/2001/XMLSchema" xmlns:xs="http://www.w3.org/2001/XMLSchema" xmlns:p="http://schemas.microsoft.com/office/2006/metadata/properties" xmlns:ns3="102bdd2c-50bd-4ce7-a3eb-820e50650af0" targetNamespace="http://schemas.microsoft.com/office/2006/metadata/properties" ma:root="true" ma:fieldsID="d3d8a2ec872b5667927fde2882a2a919" ns3:_="">
    <xsd:import namespace="102bdd2c-50bd-4ce7-a3eb-820e50650af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2bdd2c-50bd-4ce7-a3eb-820e50650af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02bdd2c-50bd-4ce7-a3eb-820e50650af0" xsi:nil="true"/>
  </documentManagement>
</p:properties>
</file>

<file path=customXml/itemProps1.xml><?xml version="1.0" encoding="utf-8"?>
<ds:datastoreItem xmlns:ds="http://schemas.openxmlformats.org/officeDocument/2006/customXml" ds:itemID="{34E33B6B-AF28-40DD-B72C-88C16967CD29}">
  <ds:schemaRefs>
    <ds:schemaRef ds:uri="102bdd2c-50bd-4ce7-a3eb-820e50650af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64E199F-BDDB-43F3-87CA-0D1B57400A3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DE6FB17-FCCA-4E0B-8401-D5DD356DA63E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102bdd2c-50bd-4ce7-a3eb-820e50650af0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0077ca06-f3a5-4651-94d8-14013296d570}" enabled="0" method="" siteId="{0077ca06-f3a5-4651-94d8-14013296d57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13115</TotalTime>
  <Words>1360</Words>
  <Application>Microsoft Office PowerPoint</Application>
  <PresentationFormat>ユーザー設定</PresentationFormat>
  <Paragraphs>158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9" baseType="lpstr">
      <vt:lpstr>游ゴシック</vt:lpstr>
      <vt:lpstr>Arial</vt:lpstr>
      <vt:lpstr>Calibri</vt:lpstr>
      <vt:lpstr>Calibri Light</vt:lpstr>
      <vt:lpstr>Cambria Math</vt:lpstr>
      <vt:lpstr>Segoe UI</vt:lpstr>
      <vt:lpstr>Times New Roman</vt:lpstr>
      <vt:lpstr>Office 2013 - 2022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Energy-Oriented CGLA Mapping of a Memory-Polynomial Digital Predistortion Kernel</dc:title>
  <dc:subject>APCCAS 2026 poster</dc:subject>
  <dc:creator>Takuto Ando;Yasuhiko Nakashima</dc:creator>
  <cp:lastModifiedBy>Ando Takuto</cp:lastModifiedBy>
  <cp:revision>92</cp:revision>
  <cp:lastPrinted>2025-12-06T05:48:23Z</cp:lastPrinted>
  <dcterms:created xsi:type="dcterms:W3CDTF">2025-06-25T11:02:51Z</dcterms:created>
  <dcterms:modified xsi:type="dcterms:W3CDTF">2026-10-21T10:51:47Z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0x0101004492B9F90AD268499AE202C7AECF7667</vt:lpwstr>
  </property>
</Properties>
</file>